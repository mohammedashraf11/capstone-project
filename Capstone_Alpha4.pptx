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6360100" cx="32004000"/>
  <p:notesSz cx="37947600" cy="50749200"/>
  <p:embeddedFontLst>
    <p:embeddedFont>
      <p:font typeface="Poppins"/>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452">
          <p15:clr>
            <a:srgbClr val="A4A3A4"/>
          </p15:clr>
        </p15:guide>
        <p15:guide id="2" pos="100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452" orient="horz"/>
        <p:guide pos="100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Poppins-boldItalic.fntdata"/><Relationship Id="rId9"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Poppins-regular.fntdata"/><Relationship Id="rId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16459200" cy="2514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21488400" y="0"/>
            <a:ext cx="16459200" cy="25146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0590213" y="3810000"/>
            <a:ext cx="16767175" cy="19050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5029200" y="24079200"/>
            <a:ext cx="27889200" cy="2286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1pPr>
            <a:lvl2pPr indent="-228600" lvl="1" marL="9144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2pPr>
            <a:lvl3pPr indent="-228600" lvl="2" marL="13716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3pPr>
            <a:lvl4pPr indent="-228600" lvl="3" marL="18288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SzPts val="1400"/>
              <a:buNone/>
              <a:defRPr b="0" i="0" sz="10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234600"/>
            <a:ext cx="16459200" cy="2514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21488400" y="48234600"/>
            <a:ext cx="16459200" cy="25146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5029200" y="24079200"/>
            <a:ext cx="27889200" cy="22860000"/>
          </a:xfrm>
          <a:prstGeom prst="rect">
            <a:avLst/>
          </a:prstGeom>
        </p:spPr>
        <p:txBody>
          <a:bodyPr anchorCtr="0" anchor="t" bIns="45700" lIns="91425" spcFirstLastPara="1" rIns="91425" wrap="square" tIns="45700">
            <a:noAutofit/>
          </a:bodyPr>
          <a:lstStyle/>
          <a:p>
            <a:pPr indent="0" lvl="0" marL="0" rtl="0" algn="l">
              <a:spcBef>
                <a:spcPts val="300"/>
              </a:spcBef>
              <a:spcAft>
                <a:spcPts val="0"/>
              </a:spcAft>
              <a:buNone/>
            </a:pPr>
            <a:r>
              <a:t/>
            </a:r>
            <a:endParaRPr/>
          </a:p>
        </p:txBody>
      </p:sp>
      <p:sp>
        <p:nvSpPr>
          <p:cNvPr id="86" name="Google Shape;86;p1:notes"/>
          <p:cNvSpPr/>
          <p:nvPr>
            <p:ph idx="2" type="sldImg"/>
          </p:nvPr>
        </p:nvSpPr>
        <p:spPr>
          <a:xfrm>
            <a:off x="10590213" y="3810000"/>
            <a:ext cx="16767175" cy="1905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4000500" y="5950603"/>
            <a:ext cx="24003000" cy="1265870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5750"/>
              <a:buFont typeface="Calibri"/>
              <a:buNone/>
              <a:defRPr sz="157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4000500" y="19097472"/>
            <a:ext cx="24003000" cy="877860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625"/>
              </a:spcBef>
              <a:spcAft>
                <a:spcPts val="0"/>
              </a:spcAft>
              <a:buClr>
                <a:schemeClr val="dk1"/>
              </a:buClr>
              <a:buSzPts val="6300"/>
              <a:buNone/>
              <a:defRPr sz="6300"/>
            </a:lvl1pPr>
            <a:lvl2pPr lvl="1" algn="ctr">
              <a:lnSpc>
                <a:spcPct val="90000"/>
              </a:lnSpc>
              <a:spcBef>
                <a:spcPts val="1313"/>
              </a:spcBef>
              <a:spcAft>
                <a:spcPts val="0"/>
              </a:spcAft>
              <a:buClr>
                <a:schemeClr val="dk1"/>
              </a:buClr>
              <a:buSzPts val="5250"/>
              <a:buNone/>
              <a:defRPr sz="5250"/>
            </a:lvl2pPr>
            <a:lvl3pPr lvl="2" algn="ctr">
              <a:lnSpc>
                <a:spcPct val="90000"/>
              </a:lnSpc>
              <a:spcBef>
                <a:spcPts val="1313"/>
              </a:spcBef>
              <a:spcAft>
                <a:spcPts val="0"/>
              </a:spcAft>
              <a:buClr>
                <a:schemeClr val="dk1"/>
              </a:buClr>
              <a:buSzPts val="4725"/>
              <a:buNone/>
              <a:defRPr sz="4725"/>
            </a:lvl3pPr>
            <a:lvl4pPr lvl="3" algn="ctr">
              <a:lnSpc>
                <a:spcPct val="90000"/>
              </a:lnSpc>
              <a:spcBef>
                <a:spcPts val="1313"/>
              </a:spcBef>
              <a:spcAft>
                <a:spcPts val="0"/>
              </a:spcAft>
              <a:buClr>
                <a:schemeClr val="dk1"/>
              </a:buClr>
              <a:buSzPts val="4200"/>
              <a:buNone/>
              <a:defRPr sz="4200"/>
            </a:lvl4pPr>
            <a:lvl5pPr lvl="4" algn="ctr">
              <a:lnSpc>
                <a:spcPct val="90000"/>
              </a:lnSpc>
              <a:spcBef>
                <a:spcPts val="1313"/>
              </a:spcBef>
              <a:spcAft>
                <a:spcPts val="0"/>
              </a:spcAft>
              <a:buClr>
                <a:schemeClr val="dk1"/>
              </a:buClr>
              <a:buSzPts val="4200"/>
              <a:buNone/>
              <a:defRPr sz="4200"/>
            </a:lvl5pPr>
            <a:lvl6pPr lvl="5" algn="ctr">
              <a:lnSpc>
                <a:spcPct val="90000"/>
              </a:lnSpc>
              <a:spcBef>
                <a:spcPts val="1313"/>
              </a:spcBef>
              <a:spcAft>
                <a:spcPts val="0"/>
              </a:spcAft>
              <a:buClr>
                <a:schemeClr val="dk1"/>
              </a:buClr>
              <a:buSzPts val="4200"/>
              <a:buNone/>
              <a:defRPr sz="4200"/>
            </a:lvl6pPr>
            <a:lvl7pPr lvl="6" algn="ctr">
              <a:lnSpc>
                <a:spcPct val="90000"/>
              </a:lnSpc>
              <a:spcBef>
                <a:spcPts val="1313"/>
              </a:spcBef>
              <a:spcAft>
                <a:spcPts val="0"/>
              </a:spcAft>
              <a:buClr>
                <a:schemeClr val="dk1"/>
              </a:buClr>
              <a:buSzPts val="4200"/>
              <a:buNone/>
              <a:defRPr sz="4200"/>
            </a:lvl7pPr>
            <a:lvl8pPr lvl="7" algn="ctr">
              <a:lnSpc>
                <a:spcPct val="90000"/>
              </a:lnSpc>
              <a:spcBef>
                <a:spcPts val="1313"/>
              </a:spcBef>
              <a:spcAft>
                <a:spcPts val="0"/>
              </a:spcAft>
              <a:buClr>
                <a:schemeClr val="dk1"/>
              </a:buClr>
              <a:buSzPts val="4200"/>
              <a:buNone/>
              <a:defRPr sz="4200"/>
            </a:lvl8pPr>
            <a:lvl9pPr lvl="8" algn="ctr">
              <a:lnSpc>
                <a:spcPct val="90000"/>
              </a:lnSpc>
              <a:spcBef>
                <a:spcPts val="1313"/>
              </a:spcBef>
              <a:spcAft>
                <a:spcPts val="0"/>
              </a:spcAft>
              <a:buClr>
                <a:schemeClr val="dk1"/>
              </a:buClr>
              <a:buSzPts val="4200"/>
              <a:buNone/>
              <a:defRPr sz="4200"/>
            </a:lvl9pPr>
          </a:lstStyle>
          <a:p/>
        </p:txBody>
      </p:sp>
      <p:sp>
        <p:nvSpPr>
          <p:cNvPr id="22" name="Google Shape;22;p3"/>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2200275" y="1935841"/>
            <a:ext cx="27603450" cy="702793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2200275" y="9679194"/>
            <a:ext cx="27603450" cy="2307014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28" name="Google Shape;28;p4"/>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2183606" y="9064780"/>
            <a:ext cx="27603450" cy="1512478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5750"/>
              <a:buFont typeface="Calibri"/>
              <a:buNone/>
              <a:defRPr sz="157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2183606" y="24332656"/>
            <a:ext cx="27603450" cy="79537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625"/>
              </a:spcBef>
              <a:spcAft>
                <a:spcPts val="0"/>
              </a:spcAft>
              <a:buClr>
                <a:srgbClr val="888888"/>
              </a:buClr>
              <a:buSzPts val="6300"/>
              <a:buNone/>
              <a:defRPr sz="6300">
                <a:solidFill>
                  <a:srgbClr val="888888"/>
                </a:solidFill>
              </a:defRPr>
            </a:lvl1pPr>
            <a:lvl2pPr indent="-228600" lvl="1" marL="914400" algn="l">
              <a:lnSpc>
                <a:spcPct val="90000"/>
              </a:lnSpc>
              <a:spcBef>
                <a:spcPts val="1313"/>
              </a:spcBef>
              <a:spcAft>
                <a:spcPts val="0"/>
              </a:spcAft>
              <a:buClr>
                <a:srgbClr val="888888"/>
              </a:buClr>
              <a:buSzPts val="5250"/>
              <a:buNone/>
              <a:defRPr sz="5250">
                <a:solidFill>
                  <a:srgbClr val="888888"/>
                </a:solidFill>
              </a:defRPr>
            </a:lvl2pPr>
            <a:lvl3pPr indent="-228600" lvl="2" marL="1371600" algn="l">
              <a:lnSpc>
                <a:spcPct val="90000"/>
              </a:lnSpc>
              <a:spcBef>
                <a:spcPts val="1313"/>
              </a:spcBef>
              <a:spcAft>
                <a:spcPts val="0"/>
              </a:spcAft>
              <a:buClr>
                <a:srgbClr val="888888"/>
              </a:buClr>
              <a:buSzPts val="4725"/>
              <a:buNone/>
              <a:defRPr sz="4725">
                <a:solidFill>
                  <a:srgbClr val="888888"/>
                </a:solidFill>
              </a:defRPr>
            </a:lvl3pPr>
            <a:lvl4pPr indent="-228600" lvl="3" marL="1828800" algn="l">
              <a:lnSpc>
                <a:spcPct val="90000"/>
              </a:lnSpc>
              <a:spcBef>
                <a:spcPts val="1313"/>
              </a:spcBef>
              <a:spcAft>
                <a:spcPts val="0"/>
              </a:spcAft>
              <a:buClr>
                <a:srgbClr val="888888"/>
              </a:buClr>
              <a:buSzPts val="4200"/>
              <a:buNone/>
              <a:defRPr sz="4200">
                <a:solidFill>
                  <a:srgbClr val="888888"/>
                </a:solidFill>
              </a:defRPr>
            </a:lvl4pPr>
            <a:lvl5pPr indent="-228600" lvl="4" marL="2286000" algn="l">
              <a:lnSpc>
                <a:spcPct val="90000"/>
              </a:lnSpc>
              <a:spcBef>
                <a:spcPts val="1313"/>
              </a:spcBef>
              <a:spcAft>
                <a:spcPts val="0"/>
              </a:spcAft>
              <a:buClr>
                <a:srgbClr val="888888"/>
              </a:buClr>
              <a:buSzPts val="4200"/>
              <a:buNone/>
              <a:defRPr sz="4200">
                <a:solidFill>
                  <a:srgbClr val="888888"/>
                </a:solidFill>
              </a:defRPr>
            </a:lvl5pPr>
            <a:lvl6pPr indent="-228600" lvl="5" marL="2743200" algn="l">
              <a:lnSpc>
                <a:spcPct val="90000"/>
              </a:lnSpc>
              <a:spcBef>
                <a:spcPts val="1313"/>
              </a:spcBef>
              <a:spcAft>
                <a:spcPts val="0"/>
              </a:spcAft>
              <a:buClr>
                <a:srgbClr val="888888"/>
              </a:buClr>
              <a:buSzPts val="4200"/>
              <a:buNone/>
              <a:defRPr sz="4200">
                <a:solidFill>
                  <a:srgbClr val="888888"/>
                </a:solidFill>
              </a:defRPr>
            </a:lvl6pPr>
            <a:lvl7pPr indent="-228600" lvl="6" marL="3200400" algn="l">
              <a:lnSpc>
                <a:spcPct val="90000"/>
              </a:lnSpc>
              <a:spcBef>
                <a:spcPts val="1313"/>
              </a:spcBef>
              <a:spcAft>
                <a:spcPts val="0"/>
              </a:spcAft>
              <a:buClr>
                <a:srgbClr val="888888"/>
              </a:buClr>
              <a:buSzPts val="4200"/>
              <a:buNone/>
              <a:defRPr sz="4200">
                <a:solidFill>
                  <a:srgbClr val="888888"/>
                </a:solidFill>
              </a:defRPr>
            </a:lvl7pPr>
            <a:lvl8pPr indent="-228600" lvl="7" marL="3657600" algn="l">
              <a:lnSpc>
                <a:spcPct val="90000"/>
              </a:lnSpc>
              <a:spcBef>
                <a:spcPts val="1313"/>
              </a:spcBef>
              <a:spcAft>
                <a:spcPts val="0"/>
              </a:spcAft>
              <a:buClr>
                <a:srgbClr val="888888"/>
              </a:buClr>
              <a:buSzPts val="4200"/>
              <a:buNone/>
              <a:defRPr sz="4200">
                <a:solidFill>
                  <a:srgbClr val="888888"/>
                </a:solidFill>
              </a:defRPr>
            </a:lvl8pPr>
            <a:lvl9pPr indent="-228600" lvl="8" marL="4114800" algn="l">
              <a:lnSpc>
                <a:spcPct val="90000"/>
              </a:lnSpc>
              <a:spcBef>
                <a:spcPts val="1313"/>
              </a:spcBef>
              <a:spcAft>
                <a:spcPts val="0"/>
              </a:spcAft>
              <a:buClr>
                <a:srgbClr val="888888"/>
              </a:buClr>
              <a:buSzPts val="4200"/>
              <a:buNone/>
              <a:defRPr sz="4200">
                <a:solidFill>
                  <a:srgbClr val="888888"/>
                </a:solidFill>
              </a:defRPr>
            </a:lvl9pPr>
          </a:lstStyle>
          <a:p/>
        </p:txBody>
      </p:sp>
      <p:sp>
        <p:nvSpPr>
          <p:cNvPr id="34" name="Google Shape;34;p5"/>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2200275" y="1935841"/>
            <a:ext cx="27603450" cy="702793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2200275" y="9679194"/>
            <a:ext cx="13601700" cy="2307014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40" name="Google Shape;40;p6"/>
          <p:cNvSpPr txBox="1"/>
          <p:nvPr>
            <p:ph idx="2" type="body"/>
          </p:nvPr>
        </p:nvSpPr>
        <p:spPr>
          <a:xfrm>
            <a:off x="16202025" y="9679194"/>
            <a:ext cx="13601700" cy="2307014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41" name="Google Shape;41;p6"/>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2204443" y="1935841"/>
            <a:ext cx="27603450" cy="702793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2204445" y="8913277"/>
            <a:ext cx="13539191" cy="436825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625"/>
              </a:spcBef>
              <a:spcAft>
                <a:spcPts val="0"/>
              </a:spcAft>
              <a:buClr>
                <a:schemeClr val="dk1"/>
              </a:buClr>
              <a:buSzPts val="6300"/>
              <a:buNone/>
              <a:defRPr b="1" sz="6300"/>
            </a:lvl1pPr>
            <a:lvl2pPr indent="-228600" lvl="1" marL="914400" algn="l">
              <a:lnSpc>
                <a:spcPct val="90000"/>
              </a:lnSpc>
              <a:spcBef>
                <a:spcPts val="1313"/>
              </a:spcBef>
              <a:spcAft>
                <a:spcPts val="0"/>
              </a:spcAft>
              <a:buClr>
                <a:schemeClr val="dk1"/>
              </a:buClr>
              <a:buSzPts val="5250"/>
              <a:buNone/>
              <a:defRPr b="1" sz="5250"/>
            </a:lvl2pPr>
            <a:lvl3pPr indent="-228600" lvl="2" marL="1371600" algn="l">
              <a:lnSpc>
                <a:spcPct val="90000"/>
              </a:lnSpc>
              <a:spcBef>
                <a:spcPts val="1313"/>
              </a:spcBef>
              <a:spcAft>
                <a:spcPts val="0"/>
              </a:spcAft>
              <a:buClr>
                <a:schemeClr val="dk1"/>
              </a:buClr>
              <a:buSzPts val="4725"/>
              <a:buNone/>
              <a:defRPr b="1" sz="4725"/>
            </a:lvl3pPr>
            <a:lvl4pPr indent="-228600" lvl="3" marL="1828800" algn="l">
              <a:lnSpc>
                <a:spcPct val="90000"/>
              </a:lnSpc>
              <a:spcBef>
                <a:spcPts val="1313"/>
              </a:spcBef>
              <a:spcAft>
                <a:spcPts val="0"/>
              </a:spcAft>
              <a:buClr>
                <a:schemeClr val="dk1"/>
              </a:buClr>
              <a:buSzPts val="4200"/>
              <a:buNone/>
              <a:defRPr b="1" sz="4200"/>
            </a:lvl4pPr>
            <a:lvl5pPr indent="-228600" lvl="4" marL="2286000" algn="l">
              <a:lnSpc>
                <a:spcPct val="90000"/>
              </a:lnSpc>
              <a:spcBef>
                <a:spcPts val="1313"/>
              </a:spcBef>
              <a:spcAft>
                <a:spcPts val="0"/>
              </a:spcAft>
              <a:buClr>
                <a:schemeClr val="dk1"/>
              </a:buClr>
              <a:buSzPts val="4200"/>
              <a:buNone/>
              <a:defRPr b="1" sz="4200"/>
            </a:lvl5pPr>
            <a:lvl6pPr indent="-228600" lvl="5" marL="2743200" algn="l">
              <a:lnSpc>
                <a:spcPct val="90000"/>
              </a:lnSpc>
              <a:spcBef>
                <a:spcPts val="1313"/>
              </a:spcBef>
              <a:spcAft>
                <a:spcPts val="0"/>
              </a:spcAft>
              <a:buClr>
                <a:schemeClr val="dk1"/>
              </a:buClr>
              <a:buSzPts val="4200"/>
              <a:buNone/>
              <a:defRPr b="1" sz="4200"/>
            </a:lvl6pPr>
            <a:lvl7pPr indent="-228600" lvl="6" marL="3200400" algn="l">
              <a:lnSpc>
                <a:spcPct val="90000"/>
              </a:lnSpc>
              <a:spcBef>
                <a:spcPts val="1313"/>
              </a:spcBef>
              <a:spcAft>
                <a:spcPts val="0"/>
              </a:spcAft>
              <a:buClr>
                <a:schemeClr val="dk1"/>
              </a:buClr>
              <a:buSzPts val="4200"/>
              <a:buNone/>
              <a:defRPr b="1" sz="4200"/>
            </a:lvl7pPr>
            <a:lvl8pPr indent="-228600" lvl="7" marL="3657600" algn="l">
              <a:lnSpc>
                <a:spcPct val="90000"/>
              </a:lnSpc>
              <a:spcBef>
                <a:spcPts val="1313"/>
              </a:spcBef>
              <a:spcAft>
                <a:spcPts val="0"/>
              </a:spcAft>
              <a:buClr>
                <a:schemeClr val="dk1"/>
              </a:buClr>
              <a:buSzPts val="4200"/>
              <a:buNone/>
              <a:defRPr b="1" sz="4200"/>
            </a:lvl8pPr>
            <a:lvl9pPr indent="-228600" lvl="8" marL="4114800" algn="l">
              <a:lnSpc>
                <a:spcPct val="90000"/>
              </a:lnSpc>
              <a:spcBef>
                <a:spcPts val="1313"/>
              </a:spcBef>
              <a:spcAft>
                <a:spcPts val="0"/>
              </a:spcAft>
              <a:buClr>
                <a:schemeClr val="dk1"/>
              </a:buClr>
              <a:buSzPts val="4200"/>
              <a:buNone/>
              <a:defRPr b="1" sz="4200"/>
            </a:lvl9pPr>
          </a:lstStyle>
          <a:p/>
        </p:txBody>
      </p:sp>
      <p:sp>
        <p:nvSpPr>
          <p:cNvPr id="47" name="Google Shape;47;p7"/>
          <p:cNvSpPr txBox="1"/>
          <p:nvPr>
            <p:ph idx="2" type="body"/>
          </p:nvPr>
        </p:nvSpPr>
        <p:spPr>
          <a:xfrm>
            <a:off x="2204445" y="13281536"/>
            <a:ext cx="13539191" cy="195351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48" name="Google Shape;48;p7"/>
          <p:cNvSpPr txBox="1"/>
          <p:nvPr>
            <p:ph idx="3" type="body"/>
          </p:nvPr>
        </p:nvSpPr>
        <p:spPr>
          <a:xfrm>
            <a:off x="16202025" y="8913277"/>
            <a:ext cx="13605869" cy="436825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625"/>
              </a:spcBef>
              <a:spcAft>
                <a:spcPts val="0"/>
              </a:spcAft>
              <a:buClr>
                <a:schemeClr val="dk1"/>
              </a:buClr>
              <a:buSzPts val="6300"/>
              <a:buNone/>
              <a:defRPr b="1" sz="6300"/>
            </a:lvl1pPr>
            <a:lvl2pPr indent="-228600" lvl="1" marL="914400" algn="l">
              <a:lnSpc>
                <a:spcPct val="90000"/>
              </a:lnSpc>
              <a:spcBef>
                <a:spcPts val="1313"/>
              </a:spcBef>
              <a:spcAft>
                <a:spcPts val="0"/>
              </a:spcAft>
              <a:buClr>
                <a:schemeClr val="dk1"/>
              </a:buClr>
              <a:buSzPts val="5250"/>
              <a:buNone/>
              <a:defRPr b="1" sz="5250"/>
            </a:lvl2pPr>
            <a:lvl3pPr indent="-228600" lvl="2" marL="1371600" algn="l">
              <a:lnSpc>
                <a:spcPct val="90000"/>
              </a:lnSpc>
              <a:spcBef>
                <a:spcPts val="1313"/>
              </a:spcBef>
              <a:spcAft>
                <a:spcPts val="0"/>
              </a:spcAft>
              <a:buClr>
                <a:schemeClr val="dk1"/>
              </a:buClr>
              <a:buSzPts val="4725"/>
              <a:buNone/>
              <a:defRPr b="1" sz="4725"/>
            </a:lvl3pPr>
            <a:lvl4pPr indent="-228600" lvl="3" marL="1828800" algn="l">
              <a:lnSpc>
                <a:spcPct val="90000"/>
              </a:lnSpc>
              <a:spcBef>
                <a:spcPts val="1313"/>
              </a:spcBef>
              <a:spcAft>
                <a:spcPts val="0"/>
              </a:spcAft>
              <a:buClr>
                <a:schemeClr val="dk1"/>
              </a:buClr>
              <a:buSzPts val="4200"/>
              <a:buNone/>
              <a:defRPr b="1" sz="4200"/>
            </a:lvl4pPr>
            <a:lvl5pPr indent="-228600" lvl="4" marL="2286000" algn="l">
              <a:lnSpc>
                <a:spcPct val="90000"/>
              </a:lnSpc>
              <a:spcBef>
                <a:spcPts val="1313"/>
              </a:spcBef>
              <a:spcAft>
                <a:spcPts val="0"/>
              </a:spcAft>
              <a:buClr>
                <a:schemeClr val="dk1"/>
              </a:buClr>
              <a:buSzPts val="4200"/>
              <a:buNone/>
              <a:defRPr b="1" sz="4200"/>
            </a:lvl5pPr>
            <a:lvl6pPr indent="-228600" lvl="5" marL="2743200" algn="l">
              <a:lnSpc>
                <a:spcPct val="90000"/>
              </a:lnSpc>
              <a:spcBef>
                <a:spcPts val="1313"/>
              </a:spcBef>
              <a:spcAft>
                <a:spcPts val="0"/>
              </a:spcAft>
              <a:buClr>
                <a:schemeClr val="dk1"/>
              </a:buClr>
              <a:buSzPts val="4200"/>
              <a:buNone/>
              <a:defRPr b="1" sz="4200"/>
            </a:lvl6pPr>
            <a:lvl7pPr indent="-228600" lvl="6" marL="3200400" algn="l">
              <a:lnSpc>
                <a:spcPct val="90000"/>
              </a:lnSpc>
              <a:spcBef>
                <a:spcPts val="1313"/>
              </a:spcBef>
              <a:spcAft>
                <a:spcPts val="0"/>
              </a:spcAft>
              <a:buClr>
                <a:schemeClr val="dk1"/>
              </a:buClr>
              <a:buSzPts val="4200"/>
              <a:buNone/>
              <a:defRPr b="1" sz="4200"/>
            </a:lvl7pPr>
            <a:lvl8pPr indent="-228600" lvl="7" marL="3657600" algn="l">
              <a:lnSpc>
                <a:spcPct val="90000"/>
              </a:lnSpc>
              <a:spcBef>
                <a:spcPts val="1313"/>
              </a:spcBef>
              <a:spcAft>
                <a:spcPts val="0"/>
              </a:spcAft>
              <a:buClr>
                <a:schemeClr val="dk1"/>
              </a:buClr>
              <a:buSzPts val="4200"/>
              <a:buNone/>
              <a:defRPr b="1" sz="4200"/>
            </a:lvl8pPr>
            <a:lvl9pPr indent="-228600" lvl="8" marL="4114800" algn="l">
              <a:lnSpc>
                <a:spcPct val="90000"/>
              </a:lnSpc>
              <a:spcBef>
                <a:spcPts val="1313"/>
              </a:spcBef>
              <a:spcAft>
                <a:spcPts val="0"/>
              </a:spcAft>
              <a:buClr>
                <a:schemeClr val="dk1"/>
              </a:buClr>
              <a:buSzPts val="4200"/>
              <a:buNone/>
              <a:defRPr b="1" sz="4200"/>
            </a:lvl9pPr>
          </a:lstStyle>
          <a:p/>
        </p:txBody>
      </p:sp>
      <p:sp>
        <p:nvSpPr>
          <p:cNvPr id="49" name="Google Shape;49;p7"/>
          <p:cNvSpPr txBox="1"/>
          <p:nvPr>
            <p:ph idx="4" type="body"/>
          </p:nvPr>
        </p:nvSpPr>
        <p:spPr>
          <a:xfrm>
            <a:off x="16202025" y="13281536"/>
            <a:ext cx="13605869" cy="195351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50" name="Google Shape;50;p7"/>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2200275" y="1935841"/>
            <a:ext cx="27603450" cy="702793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204445" y="2424007"/>
            <a:ext cx="10322122" cy="848402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13605869" y="5235184"/>
            <a:ext cx="16202025" cy="25839238"/>
          </a:xfrm>
          <a:prstGeom prst="rect">
            <a:avLst/>
          </a:prstGeom>
          <a:noFill/>
          <a:ln>
            <a:noFill/>
          </a:ln>
        </p:spPr>
        <p:txBody>
          <a:bodyPr anchorCtr="0" anchor="t" bIns="45700" lIns="91425" spcFirstLastPara="1" rIns="91425" wrap="square" tIns="45700">
            <a:normAutofit/>
          </a:bodyPr>
          <a:lstStyle>
            <a:lvl1pPr indent="-762000" lvl="0" marL="457200" algn="l">
              <a:lnSpc>
                <a:spcPct val="90000"/>
              </a:lnSpc>
              <a:spcBef>
                <a:spcPts val="2625"/>
              </a:spcBef>
              <a:spcAft>
                <a:spcPts val="0"/>
              </a:spcAft>
              <a:buClr>
                <a:schemeClr val="dk1"/>
              </a:buClr>
              <a:buSzPts val="8400"/>
              <a:buChar char="•"/>
              <a:defRPr sz="8400"/>
            </a:lvl1pPr>
            <a:lvl2pPr indent="-695325" lvl="1" marL="914400" algn="l">
              <a:lnSpc>
                <a:spcPct val="90000"/>
              </a:lnSpc>
              <a:spcBef>
                <a:spcPts val="1313"/>
              </a:spcBef>
              <a:spcAft>
                <a:spcPts val="0"/>
              </a:spcAft>
              <a:buClr>
                <a:schemeClr val="dk1"/>
              </a:buClr>
              <a:buSzPts val="7350"/>
              <a:buChar char="•"/>
              <a:defRPr sz="7350"/>
            </a:lvl2pPr>
            <a:lvl3pPr indent="-628650" lvl="2" marL="1371600" algn="l">
              <a:lnSpc>
                <a:spcPct val="90000"/>
              </a:lnSpc>
              <a:spcBef>
                <a:spcPts val="1313"/>
              </a:spcBef>
              <a:spcAft>
                <a:spcPts val="0"/>
              </a:spcAft>
              <a:buClr>
                <a:schemeClr val="dk1"/>
              </a:buClr>
              <a:buSzPts val="6300"/>
              <a:buChar char="•"/>
              <a:defRPr sz="6300"/>
            </a:lvl3pPr>
            <a:lvl4pPr indent="-561975" lvl="3" marL="1828800" algn="l">
              <a:lnSpc>
                <a:spcPct val="90000"/>
              </a:lnSpc>
              <a:spcBef>
                <a:spcPts val="1313"/>
              </a:spcBef>
              <a:spcAft>
                <a:spcPts val="0"/>
              </a:spcAft>
              <a:buClr>
                <a:schemeClr val="dk1"/>
              </a:buClr>
              <a:buSzPts val="5250"/>
              <a:buChar char="•"/>
              <a:defRPr sz="5250"/>
            </a:lvl4pPr>
            <a:lvl5pPr indent="-561975" lvl="4" marL="2286000" algn="l">
              <a:lnSpc>
                <a:spcPct val="90000"/>
              </a:lnSpc>
              <a:spcBef>
                <a:spcPts val="1313"/>
              </a:spcBef>
              <a:spcAft>
                <a:spcPts val="0"/>
              </a:spcAft>
              <a:buClr>
                <a:schemeClr val="dk1"/>
              </a:buClr>
              <a:buSzPts val="5250"/>
              <a:buChar char="•"/>
              <a:defRPr sz="5250"/>
            </a:lvl5pPr>
            <a:lvl6pPr indent="-561975" lvl="5" marL="2743200" algn="l">
              <a:lnSpc>
                <a:spcPct val="90000"/>
              </a:lnSpc>
              <a:spcBef>
                <a:spcPts val="1313"/>
              </a:spcBef>
              <a:spcAft>
                <a:spcPts val="0"/>
              </a:spcAft>
              <a:buClr>
                <a:schemeClr val="dk1"/>
              </a:buClr>
              <a:buSzPts val="5250"/>
              <a:buChar char="•"/>
              <a:defRPr sz="5250"/>
            </a:lvl6pPr>
            <a:lvl7pPr indent="-561975" lvl="6" marL="3200400" algn="l">
              <a:lnSpc>
                <a:spcPct val="90000"/>
              </a:lnSpc>
              <a:spcBef>
                <a:spcPts val="1313"/>
              </a:spcBef>
              <a:spcAft>
                <a:spcPts val="0"/>
              </a:spcAft>
              <a:buClr>
                <a:schemeClr val="dk1"/>
              </a:buClr>
              <a:buSzPts val="5250"/>
              <a:buChar char="•"/>
              <a:defRPr sz="5250"/>
            </a:lvl7pPr>
            <a:lvl8pPr indent="-561975" lvl="7" marL="3657600" algn="l">
              <a:lnSpc>
                <a:spcPct val="90000"/>
              </a:lnSpc>
              <a:spcBef>
                <a:spcPts val="1313"/>
              </a:spcBef>
              <a:spcAft>
                <a:spcPts val="0"/>
              </a:spcAft>
              <a:buClr>
                <a:schemeClr val="dk1"/>
              </a:buClr>
              <a:buSzPts val="5250"/>
              <a:buChar char="•"/>
              <a:defRPr sz="5250"/>
            </a:lvl8pPr>
            <a:lvl9pPr indent="-561975" lvl="8" marL="4114800" algn="l">
              <a:lnSpc>
                <a:spcPct val="90000"/>
              </a:lnSpc>
              <a:spcBef>
                <a:spcPts val="1313"/>
              </a:spcBef>
              <a:spcAft>
                <a:spcPts val="0"/>
              </a:spcAft>
              <a:buClr>
                <a:schemeClr val="dk1"/>
              </a:buClr>
              <a:buSzPts val="5250"/>
              <a:buChar char="•"/>
              <a:defRPr sz="5250"/>
            </a:lvl9pPr>
          </a:lstStyle>
          <a:p/>
        </p:txBody>
      </p:sp>
      <p:sp>
        <p:nvSpPr>
          <p:cNvPr id="61" name="Google Shape;61;p9"/>
          <p:cNvSpPr txBox="1"/>
          <p:nvPr>
            <p:ph idx="2" type="body"/>
          </p:nvPr>
        </p:nvSpPr>
        <p:spPr>
          <a:xfrm>
            <a:off x="2204445" y="10908030"/>
            <a:ext cx="10322122" cy="202084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625"/>
              </a:spcBef>
              <a:spcAft>
                <a:spcPts val="0"/>
              </a:spcAft>
              <a:buClr>
                <a:schemeClr val="dk1"/>
              </a:buClr>
              <a:buSzPts val="4200"/>
              <a:buNone/>
              <a:defRPr sz="4200"/>
            </a:lvl1pPr>
            <a:lvl2pPr indent="-228600" lvl="1" marL="914400" algn="l">
              <a:lnSpc>
                <a:spcPct val="90000"/>
              </a:lnSpc>
              <a:spcBef>
                <a:spcPts val="1313"/>
              </a:spcBef>
              <a:spcAft>
                <a:spcPts val="0"/>
              </a:spcAft>
              <a:buClr>
                <a:schemeClr val="dk1"/>
              </a:buClr>
              <a:buSzPts val="3675"/>
              <a:buNone/>
              <a:defRPr sz="3675"/>
            </a:lvl2pPr>
            <a:lvl3pPr indent="-228600" lvl="2" marL="1371600" algn="l">
              <a:lnSpc>
                <a:spcPct val="90000"/>
              </a:lnSpc>
              <a:spcBef>
                <a:spcPts val="1313"/>
              </a:spcBef>
              <a:spcAft>
                <a:spcPts val="0"/>
              </a:spcAft>
              <a:buClr>
                <a:schemeClr val="dk1"/>
              </a:buClr>
              <a:buSzPts val="3150"/>
              <a:buNone/>
              <a:defRPr sz="3150"/>
            </a:lvl3pPr>
            <a:lvl4pPr indent="-228600" lvl="3" marL="1828800" algn="l">
              <a:lnSpc>
                <a:spcPct val="90000"/>
              </a:lnSpc>
              <a:spcBef>
                <a:spcPts val="1313"/>
              </a:spcBef>
              <a:spcAft>
                <a:spcPts val="0"/>
              </a:spcAft>
              <a:buClr>
                <a:schemeClr val="dk1"/>
              </a:buClr>
              <a:buSzPts val="2625"/>
              <a:buNone/>
              <a:defRPr sz="2625"/>
            </a:lvl4pPr>
            <a:lvl5pPr indent="-228600" lvl="4" marL="2286000" algn="l">
              <a:lnSpc>
                <a:spcPct val="90000"/>
              </a:lnSpc>
              <a:spcBef>
                <a:spcPts val="1313"/>
              </a:spcBef>
              <a:spcAft>
                <a:spcPts val="0"/>
              </a:spcAft>
              <a:buClr>
                <a:schemeClr val="dk1"/>
              </a:buClr>
              <a:buSzPts val="2625"/>
              <a:buNone/>
              <a:defRPr sz="2625"/>
            </a:lvl5pPr>
            <a:lvl6pPr indent="-228600" lvl="5" marL="2743200" algn="l">
              <a:lnSpc>
                <a:spcPct val="90000"/>
              </a:lnSpc>
              <a:spcBef>
                <a:spcPts val="1313"/>
              </a:spcBef>
              <a:spcAft>
                <a:spcPts val="0"/>
              </a:spcAft>
              <a:buClr>
                <a:schemeClr val="dk1"/>
              </a:buClr>
              <a:buSzPts val="2625"/>
              <a:buNone/>
              <a:defRPr sz="2625"/>
            </a:lvl6pPr>
            <a:lvl7pPr indent="-228600" lvl="6" marL="3200400" algn="l">
              <a:lnSpc>
                <a:spcPct val="90000"/>
              </a:lnSpc>
              <a:spcBef>
                <a:spcPts val="1313"/>
              </a:spcBef>
              <a:spcAft>
                <a:spcPts val="0"/>
              </a:spcAft>
              <a:buClr>
                <a:schemeClr val="dk1"/>
              </a:buClr>
              <a:buSzPts val="2625"/>
              <a:buNone/>
              <a:defRPr sz="2625"/>
            </a:lvl7pPr>
            <a:lvl8pPr indent="-228600" lvl="7" marL="3657600" algn="l">
              <a:lnSpc>
                <a:spcPct val="90000"/>
              </a:lnSpc>
              <a:spcBef>
                <a:spcPts val="1313"/>
              </a:spcBef>
              <a:spcAft>
                <a:spcPts val="0"/>
              </a:spcAft>
              <a:buClr>
                <a:schemeClr val="dk1"/>
              </a:buClr>
              <a:buSzPts val="2625"/>
              <a:buNone/>
              <a:defRPr sz="2625"/>
            </a:lvl8pPr>
            <a:lvl9pPr indent="-228600" lvl="8" marL="4114800" algn="l">
              <a:lnSpc>
                <a:spcPct val="90000"/>
              </a:lnSpc>
              <a:spcBef>
                <a:spcPts val="1313"/>
              </a:spcBef>
              <a:spcAft>
                <a:spcPts val="0"/>
              </a:spcAft>
              <a:buClr>
                <a:schemeClr val="dk1"/>
              </a:buClr>
              <a:buSzPts val="2625"/>
              <a:buNone/>
              <a:defRPr sz="2625"/>
            </a:lvl9pPr>
          </a:lstStyle>
          <a:p/>
        </p:txBody>
      </p:sp>
      <p:sp>
        <p:nvSpPr>
          <p:cNvPr id="62" name="Google Shape;62;p9"/>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204445" y="2424007"/>
            <a:ext cx="10322122" cy="848402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8400"/>
              <a:buFont typeface="Calibri"/>
              <a:buNone/>
              <a:defRPr sz="8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3605869" y="5235184"/>
            <a:ext cx="16202025" cy="25839238"/>
          </a:xfrm>
          <a:prstGeom prst="rect">
            <a:avLst/>
          </a:prstGeom>
          <a:noFill/>
          <a:ln>
            <a:noFill/>
          </a:ln>
        </p:spPr>
      </p:sp>
      <p:sp>
        <p:nvSpPr>
          <p:cNvPr id="68" name="Google Shape;68;p10"/>
          <p:cNvSpPr txBox="1"/>
          <p:nvPr>
            <p:ph idx="1" type="body"/>
          </p:nvPr>
        </p:nvSpPr>
        <p:spPr>
          <a:xfrm>
            <a:off x="2204445" y="10908030"/>
            <a:ext cx="10322122" cy="202084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625"/>
              </a:spcBef>
              <a:spcAft>
                <a:spcPts val="0"/>
              </a:spcAft>
              <a:buClr>
                <a:schemeClr val="dk1"/>
              </a:buClr>
              <a:buSzPts val="4200"/>
              <a:buNone/>
              <a:defRPr sz="4200"/>
            </a:lvl1pPr>
            <a:lvl2pPr indent="-228600" lvl="1" marL="914400" algn="l">
              <a:lnSpc>
                <a:spcPct val="90000"/>
              </a:lnSpc>
              <a:spcBef>
                <a:spcPts val="1313"/>
              </a:spcBef>
              <a:spcAft>
                <a:spcPts val="0"/>
              </a:spcAft>
              <a:buClr>
                <a:schemeClr val="dk1"/>
              </a:buClr>
              <a:buSzPts val="3675"/>
              <a:buNone/>
              <a:defRPr sz="3675"/>
            </a:lvl2pPr>
            <a:lvl3pPr indent="-228600" lvl="2" marL="1371600" algn="l">
              <a:lnSpc>
                <a:spcPct val="90000"/>
              </a:lnSpc>
              <a:spcBef>
                <a:spcPts val="1313"/>
              </a:spcBef>
              <a:spcAft>
                <a:spcPts val="0"/>
              </a:spcAft>
              <a:buClr>
                <a:schemeClr val="dk1"/>
              </a:buClr>
              <a:buSzPts val="3150"/>
              <a:buNone/>
              <a:defRPr sz="3150"/>
            </a:lvl3pPr>
            <a:lvl4pPr indent="-228600" lvl="3" marL="1828800" algn="l">
              <a:lnSpc>
                <a:spcPct val="90000"/>
              </a:lnSpc>
              <a:spcBef>
                <a:spcPts val="1313"/>
              </a:spcBef>
              <a:spcAft>
                <a:spcPts val="0"/>
              </a:spcAft>
              <a:buClr>
                <a:schemeClr val="dk1"/>
              </a:buClr>
              <a:buSzPts val="2625"/>
              <a:buNone/>
              <a:defRPr sz="2625"/>
            </a:lvl4pPr>
            <a:lvl5pPr indent="-228600" lvl="4" marL="2286000" algn="l">
              <a:lnSpc>
                <a:spcPct val="90000"/>
              </a:lnSpc>
              <a:spcBef>
                <a:spcPts val="1313"/>
              </a:spcBef>
              <a:spcAft>
                <a:spcPts val="0"/>
              </a:spcAft>
              <a:buClr>
                <a:schemeClr val="dk1"/>
              </a:buClr>
              <a:buSzPts val="2625"/>
              <a:buNone/>
              <a:defRPr sz="2625"/>
            </a:lvl5pPr>
            <a:lvl6pPr indent="-228600" lvl="5" marL="2743200" algn="l">
              <a:lnSpc>
                <a:spcPct val="90000"/>
              </a:lnSpc>
              <a:spcBef>
                <a:spcPts val="1313"/>
              </a:spcBef>
              <a:spcAft>
                <a:spcPts val="0"/>
              </a:spcAft>
              <a:buClr>
                <a:schemeClr val="dk1"/>
              </a:buClr>
              <a:buSzPts val="2625"/>
              <a:buNone/>
              <a:defRPr sz="2625"/>
            </a:lvl6pPr>
            <a:lvl7pPr indent="-228600" lvl="6" marL="3200400" algn="l">
              <a:lnSpc>
                <a:spcPct val="90000"/>
              </a:lnSpc>
              <a:spcBef>
                <a:spcPts val="1313"/>
              </a:spcBef>
              <a:spcAft>
                <a:spcPts val="0"/>
              </a:spcAft>
              <a:buClr>
                <a:schemeClr val="dk1"/>
              </a:buClr>
              <a:buSzPts val="2625"/>
              <a:buNone/>
              <a:defRPr sz="2625"/>
            </a:lvl7pPr>
            <a:lvl8pPr indent="-228600" lvl="7" marL="3657600" algn="l">
              <a:lnSpc>
                <a:spcPct val="90000"/>
              </a:lnSpc>
              <a:spcBef>
                <a:spcPts val="1313"/>
              </a:spcBef>
              <a:spcAft>
                <a:spcPts val="0"/>
              </a:spcAft>
              <a:buClr>
                <a:schemeClr val="dk1"/>
              </a:buClr>
              <a:buSzPts val="2625"/>
              <a:buNone/>
              <a:defRPr sz="2625"/>
            </a:lvl8pPr>
            <a:lvl9pPr indent="-228600" lvl="8" marL="4114800" algn="l">
              <a:lnSpc>
                <a:spcPct val="90000"/>
              </a:lnSpc>
              <a:spcBef>
                <a:spcPts val="1313"/>
              </a:spcBef>
              <a:spcAft>
                <a:spcPts val="0"/>
              </a:spcAft>
              <a:buClr>
                <a:schemeClr val="dk1"/>
              </a:buClr>
              <a:buSzPts val="2625"/>
              <a:buNone/>
              <a:defRPr sz="2625"/>
            </a:lvl9pPr>
          </a:lstStyle>
          <a:p/>
        </p:txBody>
      </p:sp>
      <p:sp>
        <p:nvSpPr>
          <p:cNvPr id="69" name="Google Shape;69;p10"/>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200275" y="1935841"/>
            <a:ext cx="27603450" cy="702793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4466926" y="7412544"/>
            <a:ext cx="23070149" cy="27603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75" name="Google Shape;75;p11"/>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0946542" y="13892159"/>
            <a:ext cx="30813504" cy="69008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3055208" y="7191322"/>
            <a:ext cx="30813504" cy="203025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625"/>
              </a:spcBef>
              <a:spcAft>
                <a:spcPts val="0"/>
              </a:spcAft>
              <a:buClr>
                <a:schemeClr val="dk1"/>
              </a:buClr>
              <a:buSzPts val="1800"/>
              <a:buChar char="•"/>
              <a:defRPr/>
            </a:lvl1pPr>
            <a:lvl2pPr indent="-342900" lvl="1" marL="914400" algn="l">
              <a:lnSpc>
                <a:spcPct val="90000"/>
              </a:lnSpc>
              <a:spcBef>
                <a:spcPts val="1313"/>
              </a:spcBef>
              <a:spcAft>
                <a:spcPts val="0"/>
              </a:spcAft>
              <a:buClr>
                <a:schemeClr val="dk1"/>
              </a:buClr>
              <a:buSzPts val="1800"/>
              <a:buChar char="•"/>
              <a:defRPr/>
            </a:lvl2pPr>
            <a:lvl3pPr indent="-342900" lvl="2" marL="1371600" algn="l">
              <a:lnSpc>
                <a:spcPct val="90000"/>
              </a:lnSpc>
              <a:spcBef>
                <a:spcPts val="1313"/>
              </a:spcBef>
              <a:spcAft>
                <a:spcPts val="0"/>
              </a:spcAft>
              <a:buClr>
                <a:schemeClr val="dk1"/>
              </a:buClr>
              <a:buSzPts val="1800"/>
              <a:buChar char="•"/>
              <a:defRPr/>
            </a:lvl3pPr>
            <a:lvl4pPr indent="-342900" lvl="3" marL="1828800" algn="l">
              <a:lnSpc>
                <a:spcPct val="90000"/>
              </a:lnSpc>
              <a:spcBef>
                <a:spcPts val="1313"/>
              </a:spcBef>
              <a:spcAft>
                <a:spcPts val="0"/>
              </a:spcAft>
              <a:buClr>
                <a:schemeClr val="dk1"/>
              </a:buClr>
              <a:buSzPts val="1800"/>
              <a:buChar char="•"/>
              <a:defRPr/>
            </a:lvl4pPr>
            <a:lvl5pPr indent="-342900" lvl="4" marL="2286000" algn="l">
              <a:lnSpc>
                <a:spcPct val="90000"/>
              </a:lnSpc>
              <a:spcBef>
                <a:spcPts val="1313"/>
              </a:spcBef>
              <a:spcAft>
                <a:spcPts val="0"/>
              </a:spcAft>
              <a:buClr>
                <a:schemeClr val="dk1"/>
              </a:buClr>
              <a:buSzPts val="1800"/>
              <a:buChar char="•"/>
              <a:defRPr/>
            </a:lvl5pPr>
            <a:lvl6pPr indent="-342900" lvl="5" marL="2743200" algn="l">
              <a:lnSpc>
                <a:spcPct val="90000"/>
              </a:lnSpc>
              <a:spcBef>
                <a:spcPts val="1313"/>
              </a:spcBef>
              <a:spcAft>
                <a:spcPts val="0"/>
              </a:spcAft>
              <a:buClr>
                <a:schemeClr val="dk1"/>
              </a:buClr>
              <a:buSzPts val="1800"/>
              <a:buChar char="•"/>
              <a:defRPr/>
            </a:lvl6pPr>
            <a:lvl7pPr indent="-342900" lvl="6" marL="3200400" algn="l">
              <a:lnSpc>
                <a:spcPct val="90000"/>
              </a:lnSpc>
              <a:spcBef>
                <a:spcPts val="1313"/>
              </a:spcBef>
              <a:spcAft>
                <a:spcPts val="0"/>
              </a:spcAft>
              <a:buClr>
                <a:schemeClr val="dk1"/>
              </a:buClr>
              <a:buSzPts val="1800"/>
              <a:buChar char="•"/>
              <a:defRPr/>
            </a:lvl7pPr>
            <a:lvl8pPr indent="-342900" lvl="7" marL="3657600" algn="l">
              <a:lnSpc>
                <a:spcPct val="90000"/>
              </a:lnSpc>
              <a:spcBef>
                <a:spcPts val="1313"/>
              </a:spcBef>
              <a:spcAft>
                <a:spcPts val="0"/>
              </a:spcAft>
              <a:buClr>
                <a:schemeClr val="dk1"/>
              </a:buClr>
              <a:buSzPts val="1800"/>
              <a:buChar char="•"/>
              <a:defRPr/>
            </a:lvl8pPr>
            <a:lvl9pPr indent="-342900" lvl="8" marL="4114800" algn="l">
              <a:lnSpc>
                <a:spcPct val="90000"/>
              </a:lnSpc>
              <a:spcBef>
                <a:spcPts val="1313"/>
              </a:spcBef>
              <a:spcAft>
                <a:spcPts val="0"/>
              </a:spcAft>
              <a:buClr>
                <a:schemeClr val="dk1"/>
              </a:buClr>
              <a:buSzPts val="1800"/>
              <a:buChar char="•"/>
              <a:defRPr/>
            </a:lvl9pPr>
          </a:lstStyle>
          <a:p/>
        </p:txBody>
      </p:sp>
      <p:sp>
        <p:nvSpPr>
          <p:cNvPr id="81" name="Google Shape;81;p12"/>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200275" y="1935841"/>
            <a:ext cx="27603450" cy="702793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1550"/>
              <a:buFont typeface="Calibri"/>
              <a:buNone/>
              <a:defRPr b="0" i="0" sz="1155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2200275" y="9679194"/>
            <a:ext cx="27603450" cy="23070149"/>
          </a:xfrm>
          <a:prstGeom prst="rect">
            <a:avLst/>
          </a:prstGeom>
          <a:noFill/>
          <a:ln>
            <a:noFill/>
          </a:ln>
        </p:spPr>
        <p:txBody>
          <a:bodyPr anchorCtr="0" anchor="t" bIns="45700" lIns="91425" spcFirstLastPara="1" rIns="91425" wrap="square" tIns="45700">
            <a:normAutofit/>
          </a:bodyPr>
          <a:lstStyle>
            <a:lvl1pPr indent="-695325" lvl="0" marL="457200" marR="0" rtl="0" algn="l">
              <a:lnSpc>
                <a:spcPct val="90000"/>
              </a:lnSpc>
              <a:spcBef>
                <a:spcPts val="2625"/>
              </a:spcBef>
              <a:spcAft>
                <a:spcPts val="0"/>
              </a:spcAft>
              <a:buClr>
                <a:schemeClr val="dk1"/>
              </a:buClr>
              <a:buSzPts val="7350"/>
              <a:buFont typeface="Arial"/>
              <a:buChar char="•"/>
              <a:defRPr b="0" i="0" sz="7350" u="none" cap="none" strike="noStrike">
                <a:solidFill>
                  <a:schemeClr val="dk1"/>
                </a:solidFill>
                <a:latin typeface="Calibri"/>
                <a:ea typeface="Calibri"/>
                <a:cs typeface="Calibri"/>
                <a:sym typeface="Calibri"/>
              </a:defRPr>
            </a:lvl1pPr>
            <a:lvl2pPr indent="-628650" lvl="1" marL="914400" marR="0" rtl="0" algn="l">
              <a:lnSpc>
                <a:spcPct val="90000"/>
              </a:lnSpc>
              <a:spcBef>
                <a:spcPts val="1313"/>
              </a:spcBef>
              <a:spcAft>
                <a:spcPts val="0"/>
              </a:spcAft>
              <a:buClr>
                <a:schemeClr val="dk1"/>
              </a:buClr>
              <a:buSzPts val="6300"/>
              <a:buFont typeface="Arial"/>
              <a:buChar char="•"/>
              <a:defRPr b="0" i="0" sz="6300" u="none" cap="none" strike="noStrike">
                <a:solidFill>
                  <a:schemeClr val="dk1"/>
                </a:solidFill>
                <a:latin typeface="Calibri"/>
                <a:ea typeface="Calibri"/>
                <a:cs typeface="Calibri"/>
                <a:sym typeface="Calibri"/>
              </a:defRPr>
            </a:lvl2pPr>
            <a:lvl3pPr indent="-561975" lvl="2" marL="1371600" marR="0" rtl="0" algn="l">
              <a:lnSpc>
                <a:spcPct val="90000"/>
              </a:lnSpc>
              <a:spcBef>
                <a:spcPts val="1313"/>
              </a:spcBef>
              <a:spcAft>
                <a:spcPts val="0"/>
              </a:spcAft>
              <a:buClr>
                <a:schemeClr val="dk1"/>
              </a:buClr>
              <a:buSzPts val="5250"/>
              <a:buFont typeface="Arial"/>
              <a:buChar char="•"/>
              <a:defRPr b="0" i="0" sz="5250" u="none" cap="none" strike="noStrike">
                <a:solidFill>
                  <a:schemeClr val="dk1"/>
                </a:solidFill>
                <a:latin typeface="Calibri"/>
                <a:ea typeface="Calibri"/>
                <a:cs typeface="Calibri"/>
                <a:sym typeface="Calibri"/>
              </a:defRPr>
            </a:lvl3pPr>
            <a:lvl4pPr indent="-528637" lvl="3" marL="18288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4pPr>
            <a:lvl5pPr indent="-528637" lvl="4" marL="22860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5pPr>
            <a:lvl6pPr indent="-528637" lvl="5" marL="27432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6pPr>
            <a:lvl7pPr indent="-528637" lvl="6" marL="32004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7pPr>
            <a:lvl8pPr indent="-528637" lvl="7" marL="36576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8pPr>
            <a:lvl9pPr indent="-528637" lvl="8" marL="4114800" marR="0" rtl="0" algn="l">
              <a:lnSpc>
                <a:spcPct val="90000"/>
              </a:lnSpc>
              <a:spcBef>
                <a:spcPts val="1313"/>
              </a:spcBef>
              <a:spcAft>
                <a:spcPts val="0"/>
              </a:spcAft>
              <a:buClr>
                <a:schemeClr val="dk1"/>
              </a:buClr>
              <a:buSzPts val="4725"/>
              <a:buFont typeface="Arial"/>
              <a:buChar char="•"/>
              <a:defRPr b="0" i="0" sz="4725"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200275" y="33700428"/>
            <a:ext cx="7200900" cy="193583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15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0601325" y="33700428"/>
            <a:ext cx="10801350" cy="193583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15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2602825" y="33700428"/>
            <a:ext cx="7200900" cy="193583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150" u="none" cap="none" strike="noStrike">
                <a:solidFill>
                  <a:srgbClr val="888888"/>
                </a:solidFill>
                <a:latin typeface="Calibri"/>
                <a:ea typeface="Calibri"/>
                <a:cs typeface="Calibri"/>
                <a:sym typeface="Calibri"/>
              </a:defRPr>
            </a:lvl1pPr>
            <a:lvl2pPr indent="0" lvl="1" marL="0" marR="0" rtl="0" algn="r">
              <a:spcBef>
                <a:spcPts val="0"/>
              </a:spcBef>
              <a:buNone/>
              <a:defRPr b="0" i="0" sz="3150" u="none" cap="none" strike="noStrike">
                <a:solidFill>
                  <a:srgbClr val="888888"/>
                </a:solidFill>
                <a:latin typeface="Calibri"/>
                <a:ea typeface="Calibri"/>
                <a:cs typeface="Calibri"/>
                <a:sym typeface="Calibri"/>
              </a:defRPr>
            </a:lvl2pPr>
            <a:lvl3pPr indent="0" lvl="2" marL="0" marR="0" rtl="0" algn="r">
              <a:spcBef>
                <a:spcPts val="0"/>
              </a:spcBef>
              <a:buNone/>
              <a:defRPr b="0" i="0" sz="3150" u="none" cap="none" strike="noStrike">
                <a:solidFill>
                  <a:srgbClr val="888888"/>
                </a:solidFill>
                <a:latin typeface="Calibri"/>
                <a:ea typeface="Calibri"/>
                <a:cs typeface="Calibri"/>
                <a:sym typeface="Calibri"/>
              </a:defRPr>
            </a:lvl3pPr>
            <a:lvl4pPr indent="0" lvl="3" marL="0" marR="0" rtl="0" algn="r">
              <a:spcBef>
                <a:spcPts val="0"/>
              </a:spcBef>
              <a:buNone/>
              <a:defRPr b="0" i="0" sz="3150" u="none" cap="none" strike="noStrike">
                <a:solidFill>
                  <a:srgbClr val="888888"/>
                </a:solidFill>
                <a:latin typeface="Calibri"/>
                <a:ea typeface="Calibri"/>
                <a:cs typeface="Calibri"/>
                <a:sym typeface="Calibri"/>
              </a:defRPr>
            </a:lvl4pPr>
            <a:lvl5pPr indent="0" lvl="4" marL="0" marR="0" rtl="0" algn="r">
              <a:spcBef>
                <a:spcPts val="0"/>
              </a:spcBef>
              <a:buNone/>
              <a:defRPr b="0" i="0" sz="3150" u="none" cap="none" strike="noStrike">
                <a:solidFill>
                  <a:srgbClr val="888888"/>
                </a:solidFill>
                <a:latin typeface="Calibri"/>
                <a:ea typeface="Calibri"/>
                <a:cs typeface="Calibri"/>
                <a:sym typeface="Calibri"/>
              </a:defRPr>
            </a:lvl5pPr>
            <a:lvl6pPr indent="0" lvl="5" marL="0" marR="0" rtl="0" algn="r">
              <a:spcBef>
                <a:spcPts val="0"/>
              </a:spcBef>
              <a:buNone/>
              <a:defRPr b="0" i="0" sz="3150" u="none" cap="none" strike="noStrike">
                <a:solidFill>
                  <a:srgbClr val="888888"/>
                </a:solidFill>
                <a:latin typeface="Calibri"/>
                <a:ea typeface="Calibri"/>
                <a:cs typeface="Calibri"/>
                <a:sym typeface="Calibri"/>
              </a:defRPr>
            </a:lvl6pPr>
            <a:lvl7pPr indent="0" lvl="6" marL="0" marR="0" rtl="0" algn="r">
              <a:spcBef>
                <a:spcPts val="0"/>
              </a:spcBef>
              <a:buNone/>
              <a:defRPr b="0" i="0" sz="3150" u="none" cap="none" strike="noStrike">
                <a:solidFill>
                  <a:srgbClr val="888888"/>
                </a:solidFill>
                <a:latin typeface="Calibri"/>
                <a:ea typeface="Calibri"/>
                <a:cs typeface="Calibri"/>
                <a:sym typeface="Calibri"/>
              </a:defRPr>
            </a:lvl7pPr>
            <a:lvl8pPr indent="0" lvl="7" marL="0" marR="0" rtl="0" algn="r">
              <a:spcBef>
                <a:spcPts val="0"/>
              </a:spcBef>
              <a:buNone/>
              <a:defRPr b="0" i="0" sz="3150" u="none" cap="none" strike="noStrike">
                <a:solidFill>
                  <a:srgbClr val="888888"/>
                </a:solidFill>
                <a:latin typeface="Calibri"/>
                <a:ea typeface="Calibri"/>
                <a:cs typeface="Calibri"/>
                <a:sym typeface="Calibri"/>
              </a:defRPr>
            </a:lvl8pPr>
            <a:lvl9pPr indent="0" lvl="8" marL="0" marR="0" rtl="0" algn="r">
              <a:spcBef>
                <a:spcPts val="0"/>
              </a:spcBef>
              <a:buNone/>
              <a:defRPr b="0" i="0" sz="31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226185" y="5341402"/>
            <a:ext cx="6104428"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5500" u="none" cap="none" strike="noStrike">
                <a:solidFill>
                  <a:schemeClr val="dk1"/>
                </a:solidFill>
                <a:latin typeface="Calibri"/>
                <a:ea typeface="Calibri"/>
                <a:cs typeface="Calibri"/>
                <a:sym typeface="Calibri"/>
              </a:rPr>
              <a:t>Insert your text Here</a:t>
            </a:r>
            <a:endParaRPr/>
          </a:p>
        </p:txBody>
      </p:sp>
      <p:sp>
        <p:nvSpPr>
          <p:cNvPr id="89" name="Google Shape;89;p13"/>
          <p:cNvSpPr txBox="1"/>
          <p:nvPr/>
        </p:nvSpPr>
        <p:spPr>
          <a:xfrm>
            <a:off x="348508" y="19230032"/>
            <a:ext cx="6104428"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5500">
                <a:solidFill>
                  <a:schemeClr val="dk1"/>
                </a:solidFill>
                <a:latin typeface="Calibri"/>
                <a:ea typeface="Calibri"/>
                <a:cs typeface="Calibri"/>
                <a:sym typeface="Calibri"/>
              </a:rPr>
              <a:t>Insert your text Here</a:t>
            </a:r>
            <a:endParaRPr/>
          </a:p>
        </p:txBody>
      </p:sp>
      <p:sp>
        <p:nvSpPr>
          <p:cNvPr id="90" name="Google Shape;90;p13"/>
          <p:cNvSpPr txBox="1"/>
          <p:nvPr/>
        </p:nvSpPr>
        <p:spPr>
          <a:xfrm>
            <a:off x="11148182" y="5341402"/>
            <a:ext cx="6104428"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5500">
                <a:solidFill>
                  <a:schemeClr val="dk1"/>
                </a:solidFill>
                <a:latin typeface="Calibri"/>
                <a:ea typeface="Calibri"/>
                <a:cs typeface="Calibri"/>
                <a:sym typeface="Calibri"/>
              </a:rPr>
              <a:t>Insert your text Here</a:t>
            </a:r>
            <a:endParaRPr/>
          </a:p>
        </p:txBody>
      </p:sp>
      <p:sp>
        <p:nvSpPr>
          <p:cNvPr id="91" name="Google Shape;91;p13"/>
          <p:cNvSpPr txBox="1"/>
          <p:nvPr/>
        </p:nvSpPr>
        <p:spPr>
          <a:xfrm>
            <a:off x="21488398" y="5341402"/>
            <a:ext cx="6104428"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5500">
                <a:solidFill>
                  <a:schemeClr val="dk1"/>
                </a:solidFill>
                <a:latin typeface="Calibri"/>
                <a:ea typeface="Calibri"/>
                <a:cs typeface="Calibri"/>
                <a:sym typeface="Calibri"/>
              </a:rPr>
              <a:t>Insert your text Here</a:t>
            </a:r>
            <a:endParaRPr/>
          </a:p>
        </p:txBody>
      </p:sp>
      <p:sp>
        <p:nvSpPr>
          <p:cNvPr id="92" name="Google Shape;92;p13"/>
          <p:cNvSpPr txBox="1"/>
          <p:nvPr/>
        </p:nvSpPr>
        <p:spPr>
          <a:xfrm>
            <a:off x="11125200" y="25647650"/>
            <a:ext cx="6104428"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5500">
                <a:solidFill>
                  <a:schemeClr val="dk1"/>
                </a:solidFill>
                <a:latin typeface="Calibri"/>
                <a:ea typeface="Calibri"/>
                <a:cs typeface="Calibri"/>
                <a:sym typeface="Calibri"/>
              </a:rPr>
              <a:t>Insert your text Here</a:t>
            </a:r>
            <a:endParaRPr/>
          </a:p>
        </p:txBody>
      </p:sp>
      <p:grpSp>
        <p:nvGrpSpPr>
          <p:cNvPr id="93" name="Google Shape;93;p13"/>
          <p:cNvGrpSpPr/>
          <p:nvPr/>
        </p:nvGrpSpPr>
        <p:grpSpPr>
          <a:xfrm>
            <a:off x="0" y="-527274"/>
            <a:ext cx="32004000" cy="36360098"/>
            <a:chOff x="0" y="1"/>
            <a:chExt cx="32004000" cy="36360098"/>
          </a:xfrm>
        </p:grpSpPr>
        <p:sp>
          <p:nvSpPr>
            <p:cNvPr id="94" name="Google Shape;94;p13"/>
            <p:cNvSpPr/>
            <p:nvPr/>
          </p:nvSpPr>
          <p:spPr>
            <a:xfrm>
              <a:off x="0" y="2842026"/>
              <a:ext cx="32004000" cy="33518073"/>
            </a:xfrm>
            <a:prstGeom prst="rect">
              <a:avLst/>
            </a:prstGeom>
            <a:solidFill>
              <a:srgbClr val="9CC2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600">
                <a:solidFill>
                  <a:schemeClr val="lt1"/>
                </a:solidFill>
                <a:latin typeface="Calibri"/>
                <a:ea typeface="Calibri"/>
                <a:cs typeface="Calibri"/>
                <a:sym typeface="Calibri"/>
              </a:endParaRPr>
            </a:p>
          </p:txBody>
        </p:sp>
        <p:sp>
          <p:nvSpPr>
            <p:cNvPr id="95" name="Google Shape;95;p13"/>
            <p:cNvSpPr/>
            <p:nvPr/>
          </p:nvSpPr>
          <p:spPr>
            <a:xfrm>
              <a:off x="0" y="1"/>
              <a:ext cx="32004000" cy="2842026"/>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5639475" y="513730"/>
              <a:ext cx="19982700" cy="2601900"/>
            </a:xfrm>
            <a:prstGeom prst="rect">
              <a:avLst/>
            </a:prstGeom>
            <a:noFill/>
            <a:ln>
              <a:noFill/>
            </a:ln>
          </p:spPr>
          <p:txBody>
            <a:bodyPr anchorCtr="0" anchor="t" bIns="29125" lIns="58275" spcFirstLastPara="1" rIns="58275" wrap="square" tIns="29125">
              <a:spAutoFit/>
            </a:bodyPr>
            <a:lstStyle/>
            <a:p>
              <a:pPr indent="0" lvl="0" marL="0" marR="0" rtl="0" algn="l">
                <a:spcBef>
                  <a:spcPts val="0"/>
                </a:spcBef>
                <a:spcAft>
                  <a:spcPts val="0"/>
                </a:spcAft>
                <a:buNone/>
              </a:pPr>
              <a:r>
                <a:rPr b="1" lang="en-IN" sz="6000">
                  <a:solidFill>
                    <a:schemeClr val="dk1"/>
                  </a:solidFill>
                  <a:latin typeface="Poppins"/>
                  <a:ea typeface="Poppins"/>
                  <a:cs typeface="Poppins"/>
                  <a:sym typeface="Poppins"/>
                </a:rPr>
                <a:t>                      </a:t>
              </a:r>
              <a:r>
                <a:rPr b="1" lang="en-IN" sz="6000" u="none">
                  <a:solidFill>
                    <a:schemeClr val="dk1"/>
                  </a:solidFill>
                  <a:latin typeface="Poppins"/>
                  <a:ea typeface="Poppins"/>
                  <a:cs typeface="Poppins"/>
                  <a:sym typeface="Poppins"/>
                </a:rPr>
                <a:t>[</a:t>
              </a:r>
              <a:r>
                <a:rPr b="1" lang="en-IN" sz="4600">
                  <a:solidFill>
                    <a:schemeClr val="dk1"/>
                  </a:solidFill>
                  <a:latin typeface="Poppins"/>
                  <a:ea typeface="Poppins"/>
                  <a:cs typeface="Poppins"/>
                  <a:sym typeface="Poppins"/>
                </a:rPr>
                <a:t>Low Light Image Enhancement</a:t>
              </a:r>
              <a:endParaRPr b="1" sz="4600">
                <a:solidFill>
                  <a:schemeClr val="dk1"/>
                </a:solidFill>
                <a:latin typeface="Poppins"/>
                <a:ea typeface="Poppins"/>
                <a:cs typeface="Poppins"/>
                <a:sym typeface="Poppins"/>
              </a:endParaRPr>
            </a:p>
            <a:p>
              <a:pPr indent="0" lvl="0" marL="0" rtl="0" algn="ctr">
                <a:spcBef>
                  <a:spcPts val="0"/>
                </a:spcBef>
                <a:spcAft>
                  <a:spcPts val="0"/>
                </a:spcAft>
                <a:buClr>
                  <a:schemeClr val="dk1"/>
                </a:buClr>
                <a:buFont typeface="Arial"/>
                <a:buNone/>
              </a:pPr>
              <a:r>
                <a:rPr b="1" lang="en-IN" sz="4600">
                  <a:solidFill>
                    <a:schemeClr val="dk1"/>
                  </a:solidFill>
                  <a:latin typeface="Poppins"/>
                  <a:ea typeface="Poppins"/>
                  <a:cs typeface="Poppins"/>
                  <a:sym typeface="Poppins"/>
                </a:rPr>
                <a:t>                                 Based on Retinex Theory]</a:t>
              </a:r>
              <a:endParaRPr b="1" sz="4521">
                <a:solidFill>
                  <a:schemeClr val="dk1"/>
                </a:solidFill>
                <a:latin typeface="Poppins"/>
                <a:ea typeface="Poppins"/>
                <a:cs typeface="Poppins"/>
                <a:sym typeface="Poppins"/>
              </a:endParaRPr>
            </a:p>
            <a:p>
              <a:pPr indent="0" lvl="0" marL="0" marR="0" rtl="0" algn="ctr">
                <a:spcBef>
                  <a:spcPts val="0"/>
                </a:spcBef>
                <a:spcAft>
                  <a:spcPts val="0"/>
                </a:spcAft>
                <a:buNone/>
              </a:pPr>
              <a:r>
                <a:t/>
              </a:r>
              <a:endParaRPr/>
            </a:p>
            <a:p>
              <a:pPr indent="0" lvl="0" marL="0" marR="0" rtl="0" algn="ctr">
                <a:spcBef>
                  <a:spcPts val="0"/>
                </a:spcBef>
                <a:spcAft>
                  <a:spcPts val="0"/>
                </a:spcAft>
                <a:buNone/>
              </a:pPr>
              <a:r>
                <a:t/>
              </a:r>
              <a:endParaRPr b="1" sz="4521" u="none">
                <a:solidFill>
                  <a:schemeClr val="dk1"/>
                </a:solidFill>
                <a:latin typeface="Poppins"/>
                <a:ea typeface="Poppins"/>
                <a:cs typeface="Poppins"/>
                <a:sym typeface="Poppins"/>
              </a:endParaRPr>
            </a:p>
          </p:txBody>
        </p:sp>
        <p:sp>
          <p:nvSpPr>
            <p:cNvPr id="97" name="Google Shape;97;p13"/>
            <p:cNvSpPr txBox="1"/>
            <p:nvPr/>
          </p:nvSpPr>
          <p:spPr>
            <a:xfrm>
              <a:off x="2763791" y="3031604"/>
              <a:ext cx="27241500" cy="382200"/>
            </a:xfrm>
            <a:prstGeom prst="rect">
              <a:avLst/>
            </a:prstGeom>
            <a:noFill/>
            <a:ln>
              <a:noFill/>
            </a:ln>
          </p:spPr>
          <p:txBody>
            <a:bodyPr anchorCtr="0" anchor="t" bIns="29125" lIns="58275" spcFirstLastPara="1" rIns="58275" wrap="square" tIns="29125">
              <a:spAutoFit/>
            </a:bodyPr>
            <a:lstStyle/>
            <a:p>
              <a:pPr indent="0" lvl="0" marL="0" marR="0" rtl="0" algn="ctr">
                <a:lnSpc>
                  <a:spcPct val="60000"/>
                </a:lnSpc>
                <a:spcBef>
                  <a:spcPts val="0"/>
                </a:spcBef>
                <a:spcAft>
                  <a:spcPts val="0"/>
                </a:spcAft>
                <a:buNone/>
              </a:pPr>
              <a:r>
                <a:rPr b="1" lang="en-IN" sz="3500" u="none">
                  <a:solidFill>
                    <a:schemeClr val="dk1"/>
                  </a:solidFill>
                  <a:latin typeface="Poppins"/>
                  <a:ea typeface="Poppins"/>
                  <a:cs typeface="Poppins"/>
                  <a:sym typeface="Poppins"/>
                </a:rPr>
                <a:t>.  </a:t>
              </a:r>
              <a:endParaRPr/>
            </a:p>
          </p:txBody>
        </p:sp>
        <p:sp>
          <p:nvSpPr>
            <p:cNvPr id="98" name="Google Shape;98;p13"/>
            <p:cNvSpPr txBox="1"/>
            <p:nvPr/>
          </p:nvSpPr>
          <p:spPr>
            <a:xfrm>
              <a:off x="2196036" y="3949487"/>
              <a:ext cx="27241500" cy="474300"/>
            </a:xfrm>
            <a:prstGeom prst="rect">
              <a:avLst/>
            </a:prstGeom>
            <a:noFill/>
            <a:ln>
              <a:noFill/>
            </a:ln>
          </p:spPr>
          <p:txBody>
            <a:bodyPr anchorCtr="0" anchor="t" bIns="29125" lIns="58275" spcFirstLastPara="1" rIns="58275" wrap="square" tIns="29125">
              <a:spAutoFit/>
            </a:bodyPr>
            <a:lstStyle/>
            <a:p>
              <a:pPr indent="0" lvl="0" marL="0" rtl="0" algn="ctr">
                <a:lnSpc>
                  <a:spcPct val="60000"/>
                </a:lnSpc>
                <a:spcBef>
                  <a:spcPts val="0"/>
                </a:spcBef>
                <a:spcAft>
                  <a:spcPts val="0"/>
                </a:spcAft>
                <a:buClr>
                  <a:schemeClr val="dk1"/>
                </a:buClr>
                <a:buFont typeface="Arial"/>
                <a:buNone/>
              </a:pPr>
              <a:r>
                <a:rPr b="1" lang="en-IN" sz="4500">
                  <a:solidFill>
                    <a:schemeClr val="dk1"/>
                  </a:solidFill>
                  <a:latin typeface="Poppins"/>
                  <a:ea typeface="Poppins"/>
                  <a:cs typeface="Poppins"/>
                  <a:sym typeface="Poppins"/>
                </a:rPr>
                <a:t>Supervisor : &lt;&lt; Dr.Pankaj Kandhway&gt;&gt;</a:t>
              </a:r>
              <a:endParaRPr/>
            </a:p>
          </p:txBody>
        </p:sp>
        <p:pic>
          <p:nvPicPr>
            <p:cNvPr id="99" name="Google Shape;99;p13"/>
            <p:cNvPicPr preferRelativeResize="0"/>
            <p:nvPr/>
          </p:nvPicPr>
          <p:blipFill rotWithShape="1">
            <a:blip r:embed="rId3">
              <a:alphaModFix/>
            </a:blip>
            <a:srcRect b="0" l="0" r="0" t="0"/>
            <a:stretch/>
          </p:blipFill>
          <p:spPr>
            <a:xfrm>
              <a:off x="200785" y="513691"/>
              <a:ext cx="4169868" cy="1845973"/>
            </a:xfrm>
            <a:prstGeom prst="rect">
              <a:avLst/>
            </a:prstGeom>
            <a:noFill/>
            <a:ln>
              <a:noFill/>
            </a:ln>
          </p:spPr>
        </p:pic>
        <p:sp>
          <p:nvSpPr>
            <p:cNvPr id="100" name="Google Shape;100;p13"/>
            <p:cNvSpPr/>
            <p:nvPr/>
          </p:nvSpPr>
          <p:spPr>
            <a:xfrm>
              <a:off x="200785" y="4489851"/>
              <a:ext cx="10391013" cy="13154693"/>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13"/>
            <p:cNvSpPr/>
            <p:nvPr/>
          </p:nvSpPr>
          <p:spPr>
            <a:xfrm>
              <a:off x="200785" y="17951449"/>
              <a:ext cx="10391013" cy="18088307"/>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13"/>
            <p:cNvSpPr/>
            <p:nvPr/>
          </p:nvSpPr>
          <p:spPr>
            <a:xfrm>
              <a:off x="10896600" y="4639936"/>
              <a:ext cx="9857616" cy="19744114"/>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457200" lvl="0" marL="457200" rtl="0" algn="just">
                <a:spcBef>
                  <a:spcPts val="0"/>
                </a:spcBef>
                <a:spcAft>
                  <a:spcPts val="0"/>
                </a:spcAft>
                <a:buClr>
                  <a:schemeClr val="dk1"/>
                </a:buClr>
                <a:buSzPts val="3600"/>
                <a:buChar char="●"/>
              </a:pPr>
              <a:r>
                <a:rPr b="1" lang="en-IN" sz="3600">
                  <a:solidFill>
                    <a:schemeClr val="dk1"/>
                  </a:solidFill>
                </a:rPr>
                <a:t>Initial Environmental Light Estimation:</a:t>
              </a:r>
              <a:endParaRPr b="1" sz="3600">
                <a:solidFill>
                  <a:schemeClr val="dk1"/>
                </a:solidFill>
              </a:endParaRPr>
            </a:p>
            <a:p>
              <a:pPr indent="0" lvl="0" marL="0" rtl="0" algn="just">
                <a:spcBef>
                  <a:spcPts val="0"/>
                </a:spcBef>
                <a:spcAft>
                  <a:spcPts val="0"/>
                </a:spcAft>
                <a:buClr>
                  <a:schemeClr val="dk1"/>
                </a:buClr>
                <a:buSzPts val="1100"/>
                <a:buFont typeface="Arial"/>
                <a:buNone/>
              </a:pPr>
              <a:r>
                <a:rPr lang="en-IN" sz="3600">
                  <a:solidFill>
                    <a:schemeClr val="dk1"/>
                  </a:solidFill>
                </a:rPr>
                <a:t>The environmental light is estimated using the Retinex Theory, where a Gaussian filter is applied to capture the incident light component.This initial estimation helps to model how light interacts with different regions of the image.</a:t>
              </a:r>
              <a:endParaRPr sz="3600">
                <a:solidFill>
                  <a:schemeClr val="dk1"/>
                </a:solidFill>
              </a:endParaRPr>
            </a:p>
            <a:p>
              <a:pPr indent="0" lvl="0" marL="0" rtl="0" algn="just">
                <a:spcBef>
                  <a:spcPts val="0"/>
                </a:spcBef>
                <a:spcAft>
                  <a:spcPts val="0"/>
                </a:spcAft>
                <a:buClr>
                  <a:schemeClr val="dk1"/>
                </a:buClr>
                <a:buSzPts val="1100"/>
                <a:buFont typeface="Arial"/>
                <a:buNone/>
              </a:pPr>
              <a:r>
                <a:t/>
              </a:r>
              <a:endParaRPr sz="3600">
                <a:solidFill>
                  <a:schemeClr val="dk1"/>
                </a:solidFill>
              </a:endParaRPr>
            </a:p>
            <a:p>
              <a:pPr indent="-457200" lvl="0" marL="457200" rtl="0" algn="just">
                <a:spcBef>
                  <a:spcPts val="0"/>
                </a:spcBef>
                <a:spcAft>
                  <a:spcPts val="0"/>
                </a:spcAft>
                <a:buClr>
                  <a:schemeClr val="dk1"/>
                </a:buClr>
                <a:buSzPts val="3600"/>
                <a:buChar char="●"/>
              </a:pPr>
              <a:r>
                <a:rPr b="1" lang="en-IN" sz="3600">
                  <a:solidFill>
                    <a:schemeClr val="dk1"/>
                  </a:solidFill>
                </a:rPr>
                <a:t>Iterative Refinement:</a:t>
              </a:r>
              <a:endParaRPr b="1" sz="3600">
                <a:solidFill>
                  <a:schemeClr val="dk1"/>
                </a:solidFill>
              </a:endParaRPr>
            </a:p>
            <a:p>
              <a:pPr indent="0" lvl="0" marL="0" rtl="0" algn="just">
                <a:spcBef>
                  <a:spcPts val="0"/>
                </a:spcBef>
                <a:spcAft>
                  <a:spcPts val="0"/>
                </a:spcAft>
                <a:buClr>
                  <a:schemeClr val="dk1"/>
                </a:buClr>
                <a:buSzPts val="1100"/>
                <a:buFont typeface="Arial"/>
                <a:buNone/>
              </a:pPr>
              <a:r>
                <a:rPr lang="en-IN" sz="3600">
                  <a:solidFill>
                    <a:schemeClr val="dk1"/>
                  </a:solidFill>
                </a:rPr>
                <a:t>Once the initial environmental light is        estimated, the model iteratively adjusts   the environmental light and light-scattering attenuation rate. These adjustments are guided by an information loss constant, ensuring that essential details are preserved while improving illumination.</a:t>
              </a:r>
              <a:endParaRPr sz="3600">
                <a:solidFill>
                  <a:schemeClr val="dk1"/>
                </a:solidFill>
              </a:endParaRPr>
            </a:p>
            <a:p>
              <a:pPr indent="0" lvl="0" marL="0" rtl="0" algn="just">
                <a:spcBef>
                  <a:spcPts val="0"/>
                </a:spcBef>
                <a:spcAft>
                  <a:spcPts val="0"/>
                </a:spcAft>
                <a:buClr>
                  <a:schemeClr val="dk1"/>
                </a:buClr>
                <a:buSzPts val="1100"/>
                <a:buFont typeface="Arial"/>
                <a:buNone/>
              </a:pPr>
              <a:r>
                <a:t/>
              </a:r>
              <a:endParaRPr sz="3600">
                <a:solidFill>
                  <a:schemeClr val="dk1"/>
                </a:solidFill>
              </a:endParaRPr>
            </a:p>
            <a:p>
              <a:pPr indent="-457200" lvl="0" marL="457200" rtl="0" algn="just">
                <a:spcBef>
                  <a:spcPts val="0"/>
                </a:spcBef>
                <a:spcAft>
                  <a:spcPts val="0"/>
                </a:spcAft>
                <a:buClr>
                  <a:schemeClr val="dk1"/>
                </a:buClr>
                <a:buSzPts val="3600"/>
                <a:buChar char="●"/>
              </a:pPr>
              <a:r>
                <a:rPr b="1" lang="en-IN" sz="3600">
                  <a:solidFill>
                    <a:schemeClr val="dk1"/>
                  </a:solidFill>
                </a:rPr>
                <a:t>Weighted Guide Filter</a:t>
              </a:r>
              <a:r>
                <a:rPr lang="en-IN" sz="3600">
                  <a:solidFill>
                    <a:schemeClr val="dk1"/>
                  </a:solidFill>
                </a:rPr>
                <a:t>:</a:t>
              </a:r>
              <a:endParaRPr sz="3600">
                <a:solidFill>
                  <a:schemeClr val="dk1"/>
                </a:solidFill>
              </a:endParaRPr>
            </a:p>
            <a:p>
              <a:pPr indent="0" lvl="0" marL="0" rtl="0" algn="just">
                <a:spcBef>
                  <a:spcPts val="0"/>
                </a:spcBef>
                <a:spcAft>
                  <a:spcPts val="0"/>
                </a:spcAft>
                <a:buClr>
                  <a:schemeClr val="dk1"/>
                </a:buClr>
                <a:buSzPts val="1100"/>
                <a:buFont typeface="Arial"/>
                <a:buNone/>
              </a:pPr>
              <a:r>
                <a:rPr lang="en-IN" sz="3600">
                  <a:solidFill>
                    <a:schemeClr val="dk1"/>
                  </a:solidFill>
                </a:rPr>
                <a:t>To address halo and block artifacts, the refined environmental light and attenuation parameters are further processed using a weighted guided filter.This step ensures that the restored image retains local details and avoids over-enhancement.</a:t>
              </a:r>
              <a:endParaRPr b="1" sz="3600">
                <a:solidFill>
                  <a:schemeClr val="dk1"/>
                </a:solidFill>
              </a:endParaRPr>
            </a:p>
            <a:p>
              <a:pPr indent="0" lvl="0" marL="0" rtl="0" algn="just">
                <a:spcBef>
                  <a:spcPts val="0"/>
                </a:spcBef>
                <a:spcAft>
                  <a:spcPts val="0"/>
                </a:spcAft>
                <a:buClr>
                  <a:schemeClr val="dk1"/>
                </a:buClr>
                <a:buSzPts val="1100"/>
                <a:buFont typeface="Arial"/>
                <a:buNone/>
              </a:pPr>
              <a:r>
                <a:t/>
              </a:r>
              <a:endParaRPr b="1" sz="3600">
                <a:solidFill>
                  <a:schemeClr val="dk1"/>
                </a:solidFill>
              </a:endParaRPr>
            </a:p>
            <a:p>
              <a:pPr indent="-457200" lvl="0" marL="457200" rtl="0" algn="just">
                <a:spcBef>
                  <a:spcPts val="0"/>
                </a:spcBef>
                <a:spcAft>
                  <a:spcPts val="0"/>
                </a:spcAft>
                <a:buClr>
                  <a:schemeClr val="dk1"/>
                </a:buClr>
                <a:buSzPts val="3600"/>
                <a:buChar char="●"/>
              </a:pPr>
              <a:r>
                <a:rPr b="1" lang="en-IN" sz="3600">
                  <a:solidFill>
                    <a:schemeClr val="dk1"/>
                  </a:solidFill>
                </a:rPr>
                <a:t>Final Image Restoration:</a:t>
              </a:r>
              <a:endParaRPr b="1" sz="3600">
                <a:solidFill>
                  <a:schemeClr val="dk1"/>
                </a:solidFill>
              </a:endParaRPr>
            </a:p>
            <a:p>
              <a:pPr indent="0" lvl="0" marL="0" rtl="0" algn="just">
                <a:spcBef>
                  <a:spcPts val="0"/>
                </a:spcBef>
                <a:spcAft>
                  <a:spcPts val="0"/>
                </a:spcAft>
                <a:buClr>
                  <a:schemeClr val="dk1"/>
                </a:buClr>
                <a:buSzPts val="1100"/>
                <a:buFont typeface="Arial"/>
                <a:buNone/>
              </a:pPr>
              <a:r>
                <a:rPr lang="en-IN" sz="3600">
                  <a:solidFill>
                    <a:schemeClr val="dk1"/>
                  </a:solidFill>
                </a:rPr>
                <a:t>The enhanced image is obtained by solving the physical model with the refined parameters. The process focuses on enhancing the intensity channel in the HSV color space, which allows for improvements in visibility without distorting colors.</a:t>
              </a:r>
              <a:endParaRPr sz="3600">
                <a:solidFill>
                  <a:schemeClr val="lt1"/>
                </a:solidFill>
              </a:endParaRPr>
            </a:p>
          </p:txBody>
        </p:sp>
        <p:sp>
          <p:nvSpPr>
            <p:cNvPr id="103" name="Google Shape;103;p13"/>
            <p:cNvSpPr/>
            <p:nvPr/>
          </p:nvSpPr>
          <p:spPr>
            <a:xfrm>
              <a:off x="20935547" y="4687525"/>
              <a:ext cx="10515597" cy="10583543"/>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13"/>
            <p:cNvSpPr/>
            <p:nvPr/>
          </p:nvSpPr>
          <p:spPr>
            <a:xfrm>
              <a:off x="10896600" y="31074838"/>
              <a:ext cx="20678015" cy="4964917"/>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13"/>
            <p:cNvSpPr/>
            <p:nvPr/>
          </p:nvSpPr>
          <p:spPr>
            <a:xfrm>
              <a:off x="10896600" y="24704392"/>
              <a:ext cx="20678015" cy="6050104"/>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 name="Google Shape;106;p13"/>
            <p:cNvSpPr txBox="1"/>
            <p:nvPr/>
          </p:nvSpPr>
          <p:spPr>
            <a:xfrm>
              <a:off x="2916191" y="3184004"/>
              <a:ext cx="27241500" cy="382200"/>
            </a:xfrm>
            <a:prstGeom prst="rect">
              <a:avLst/>
            </a:prstGeom>
            <a:noFill/>
            <a:ln>
              <a:noFill/>
            </a:ln>
          </p:spPr>
          <p:txBody>
            <a:bodyPr anchorCtr="0" anchor="t" bIns="29125" lIns="58275" spcFirstLastPara="1" rIns="58275" wrap="square" tIns="29125">
              <a:spAutoFit/>
            </a:bodyPr>
            <a:lstStyle/>
            <a:p>
              <a:pPr indent="0" lvl="0" marL="0" marR="0" rtl="0" algn="ctr">
                <a:lnSpc>
                  <a:spcPct val="60000"/>
                </a:lnSpc>
                <a:spcBef>
                  <a:spcPts val="0"/>
                </a:spcBef>
                <a:spcAft>
                  <a:spcPts val="0"/>
                </a:spcAft>
                <a:buNone/>
              </a:pPr>
              <a:r>
                <a:rPr b="1" lang="en-IN" sz="3500" u="none">
                  <a:solidFill>
                    <a:schemeClr val="dk1"/>
                  </a:solidFill>
                  <a:latin typeface="Poppins"/>
                  <a:ea typeface="Poppins"/>
                  <a:cs typeface="Poppins"/>
                  <a:sym typeface="Poppins"/>
                </a:rPr>
                <a:t>.  </a:t>
              </a:r>
              <a:endParaRPr/>
            </a:p>
          </p:txBody>
        </p:sp>
        <p:sp>
          <p:nvSpPr>
            <p:cNvPr id="107" name="Google Shape;107;p13"/>
            <p:cNvSpPr txBox="1"/>
            <p:nvPr/>
          </p:nvSpPr>
          <p:spPr>
            <a:xfrm>
              <a:off x="286195" y="4455405"/>
              <a:ext cx="39342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Abstract</a:t>
              </a:r>
              <a:endParaRPr/>
            </a:p>
          </p:txBody>
        </p:sp>
        <p:sp>
          <p:nvSpPr>
            <p:cNvPr id="108" name="Google Shape;108;p13"/>
            <p:cNvSpPr txBox="1"/>
            <p:nvPr/>
          </p:nvSpPr>
          <p:spPr>
            <a:xfrm>
              <a:off x="348508" y="18037321"/>
              <a:ext cx="54618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Background</a:t>
              </a:r>
              <a:endParaRPr/>
            </a:p>
          </p:txBody>
        </p:sp>
        <p:sp>
          <p:nvSpPr>
            <p:cNvPr id="109" name="Google Shape;109;p13"/>
            <p:cNvSpPr txBox="1"/>
            <p:nvPr/>
          </p:nvSpPr>
          <p:spPr>
            <a:xfrm>
              <a:off x="11046578" y="4507362"/>
              <a:ext cx="39228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Methods</a:t>
              </a:r>
              <a:endParaRPr/>
            </a:p>
          </p:txBody>
        </p:sp>
        <p:sp>
          <p:nvSpPr>
            <p:cNvPr id="110" name="Google Shape;110;p13"/>
            <p:cNvSpPr txBox="1"/>
            <p:nvPr/>
          </p:nvSpPr>
          <p:spPr>
            <a:xfrm>
              <a:off x="21235607" y="4551119"/>
              <a:ext cx="82893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Expected Outcome</a:t>
              </a:r>
              <a:endParaRPr/>
            </a:p>
          </p:txBody>
        </p:sp>
        <p:sp>
          <p:nvSpPr>
            <p:cNvPr id="111" name="Google Shape;111;p13"/>
            <p:cNvSpPr txBox="1"/>
            <p:nvPr/>
          </p:nvSpPr>
          <p:spPr>
            <a:xfrm>
              <a:off x="11014056" y="24734444"/>
              <a:ext cx="86694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Future Perspectives</a:t>
              </a:r>
              <a:endParaRPr/>
            </a:p>
          </p:txBody>
        </p:sp>
        <p:sp>
          <p:nvSpPr>
            <p:cNvPr id="112" name="Google Shape;112;p13"/>
            <p:cNvSpPr txBox="1"/>
            <p:nvPr/>
          </p:nvSpPr>
          <p:spPr>
            <a:xfrm>
              <a:off x="11037038" y="31160539"/>
              <a:ext cx="7904700" cy="109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Impact on Society</a:t>
              </a:r>
              <a:endParaRPr/>
            </a:p>
          </p:txBody>
        </p:sp>
      </p:grpSp>
      <p:sp>
        <p:nvSpPr>
          <p:cNvPr id="113" name="Google Shape;113;p13"/>
          <p:cNvSpPr txBox="1"/>
          <p:nvPr/>
        </p:nvSpPr>
        <p:spPr>
          <a:xfrm>
            <a:off x="11125200" y="30812000"/>
            <a:ext cx="20246100" cy="477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t/>
            </a:r>
            <a:endParaRPr b="1" sz="3600">
              <a:solidFill>
                <a:schemeClr val="dk1"/>
              </a:solidFill>
            </a:endParaRPr>
          </a:p>
          <a:p>
            <a:pPr indent="-457200" lvl="0" marL="457200" rtl="0" algn="just">
              <a:lnSpc>
                <a:spcPct val="115000"/>
              </a:lnSpc>
              <a:spcBef>
                <a:spcPts val="1200"/>
              </a:spcBef>
              <a:spcAft>
                <a:spcPts val="0"/>
              </a:spcAft>
              <a:buClr>
                <a:schemeClr val="dk1"/>
              </a:buClr>
              <a:buSzPts val="3600"/>
              <a:buChar char="●"/>
            </a:pPr>
            <a:r>
              <a:rPr b="1" lang="en-IN" sz="3600">
                <a:solidFill>
                  <a:schemeClr val="dk1"/>
                </a:solidFill>
              </a:rPr>
              <a:t>Improved Surveillance Systems</a:t>
            </a:r>
            <a:r>
              <a:rPr lang="en-IN" sz="3600">
                <a:solidFill>
                  <a:schemeClr val="dk1"/>
                </a:solidFill>
              </a:rPr>
              <a:t>: Enhancing the clarity of images captured in low-light conditions, such as during night-time or in poorly lit areas, can significantly bolster public safety. </a:t>
            </a:r>
            <a:endParaRPr sz="3600">
              <a:solidFill>
                <a:schemeClr val="dk1"/>
              </a:solidFill>
            </a:endParaRPr>
          </a:p>
          <a:p>
            <a:pPr indent="-457200" lvl="0" marL="457200" rtl="0" algn="just">
              <a:lnSpc>
                <a:spcPct val="115000"/>
              </a:lnSpc>
              <a:spcBef>
                <a:spcPts val="0"/>
              </a:spcBef>
              <a:spcAft>
                <a:spcPts val="0"/>
              </a:spcAft>
              <a:buClr>
                <a:schemeClr val="dk1"/>
              </a:buClr>
              <a:buSzPts val="3600"/>
              <a:buChar char="●"/>
            </a:pPr>
            <a:r>
              <a:rPr b="1" lang="en-IN" sz="3600">
                <a:solidFill>
                  <a:schemeClr val="dk1"/>
                </a:solidFill>
              </a:rPr>
              <a:t>Disaster Management</a:t>
            </a:r>
            <a:r>
              <a:rPr lang="en-IN" sz="3600">
                <a:solidFill>
                  <a:schemeClr val="dk1"/>
                </a:solidFill>
              </a:rPr>
              <a:t>: In disaster-stricken areas, where lighting infrastructure may be damaged, enhanced low-light image capture can assist rescue operations by improving visibility in rubble-strewn areas or during night-time searches.</a:t>
            </a:r>
            <a:endParaRPr sz="3600">
              <a:solidFill>
                <a:schemeClr val="dk1"/>
              </a:solidFill>
            </a:endParaRPr>
          </a:p>
          <a:p>
            <a:pPr indent="0" lvl="0" marL="0" marR="0" rtl="0" algn="l">
              <a:spcBef>
                <a:spcPts val="1200"/>
              </a:spcBef>
              <a:spcAft>
                <a:spcPts val="0"/>
              </a:spcAft>
              <a:buNone/>
            </a:pPr>
            <a:r>
              <a:t/>
            </a:r>
            <a:endParaRPr sz="3600">
              <a:solidFill>
                <a:schemeClr val="dk1"/>
              </a:solidFill>
            </a:endParaRPr>
          </a:p>
        </p:txBody>
      </p:sp>
      <p:sp>
        <p:nvSpPr>
          <p:cNvPr id="114" name="Google Shape;114;p13"/>
          <p:cNvSpPr txBox="1"/>
          <p:nvPr/>
        </p:nvSpPr>
        <p:spPr>
          <a:xfrm>
            <a:off x="11148175" y="24967450"/>
            <a:ext cx="11209200" cy="2924400"/>
          </a:xfrm>
          <a:prstGeom prst="rect">
            <a:avLst/>
          </a:prstGeom>
          <a:noFill/>
          <a:ln>
            <a:noFill/>
          </a:ln>
        </p:spPr>
        <p:txBody>
          <a:bodyPr anchorCtr="0" anchor="t" bIns="45700" lIns="91425" spcFirstLastPara="1" rIns="91425" wrap="square" tIns="45700">
            <a:spAutoFit/>
          </a:bodyPr>
          <a:lstStyle/>
          <a:p>
            <a:pPr indent="0" lvl="0" marL="457200" rtl="0" algn="l">
              <a:lnSpc>
                <a:spcPct val="115000"/>
              </a:lnSpc>
              <a:spcBef>
                <a:spcPts val="1200"/>
              </a:spcBef>
              <a:spcAft>
                <a:spcPts val="0"/>
              </a:spcAft>
              <a:buClr>
                <a:schemeClr val="dk1"/>
              </a:buClr>
              <a:buSzPts val="1100"/>
              <a:buFont typeface="Arial"/>
              <a:buNone/>
            </a:pPr>
            <a:r>
              <a:t/>
            </a:r>
            <a:endParaRPr sz="4800">
              <a:solidFill>
                <a:schemeClr val="dk1"/>
              </a:solidFill>
            </a:endParaRPr>
          </a:p>
          <a:p>
            <a:pPr indent="-457200" lvl="0" marL="457200" rtl="0" algn="l">
              <a:lnSpc>
                <a:spcPct val="115000"/>
              </a:lnSpc>
              <a:spcBef>
                <a:spcPts val="1200"/>
              </a:spcBef>
              <a:spcAft>
                <a:spcPts val="0"/>
              </a:spcAft>
              <a:buClr>
                <a:schemeClr val="dk1"/>
              </a:buClr>
              <a:buSzPts val="3600"/>
              <a:buChar char="●"/>
            </a:pPr>
            <a:r>
              <a:rPr lang="en-IN" sz="3600">
                <a:solidFill>
                  <a:schemeClr val="dk1"/>
                </a:solidFill>
              </a:rPr>
              <a:t>Integration with deep learning Techniques.</a:t>
            </a:r>
            <a:endParaRPr sz="3600">
              <a:solidFill>
                <a:schemeClr val="dk1"/>
              </a:solidFill>
            </a:endParaRPr>
          </a:p>
          <a:p>
            <a:pPr indent="-457200" lvl="0" marL="457200" rtl="0" algn="l">
              <a:lnSpc>
                <a:spcPct val="115000"/>
              </a:lnSpc>
              <a:spcBef>
                <a:spcPts val="0"/>
              </a:spcBef>
              <a:spcAft>
                <a:spcPts val="0"/>
              </a:spcAft>
              <a:buClr>
                <a:schemeClr val="dk1"/>
              </a:buClr>
              <a:buSzPts val="3600"/>
              <a:buChar char="●"/>
            </a:pPr>
            <a:r>
              <a:rPr lang="en-IN" sz="3600">
                <a:solidFill>
                  <a:schemeClr val="dk1"/>
                </a:solidFill>
              </a:rPr>
              <a:t>Real-Time Processing Capabilities.</a:t>
            </a:r>
            <a:endParaRPr sz="3600">
              <a:solidFill>
                <a:schemeClr val="dk1"/>
              </a:solidFill>
            </a:endParaRPr>
          </a:p>
          <a:p>
            <a:pPr indent="-457200" lvl="0" marL="457200" rtl="0" algn="l">
              <a:lnSpc>
                <a:spcPct val="115000"/>
              </a:lnSpc>
              <a:spcBef>
                <a:spcPts val="0"/>
              </a:spcBef>
              <a:spcAft>
                <a:spcPts val="0"/>
              </a:spcAft>
              <a:buClr>
                <a:schemeClr val="dk1"/>
              </a:buClr>
              <a:buSzPts val="3600"/>
              <a:buChar char="●"/>
            </a:pPr>
            <a:r>
              <a:rPr lang="en-IN" sz="3600">
                <a:solidFill>
                  <a:schemeClr val="dk1"/>
                </a:solidFill>
              </a:rPr>
              <a:t>Application In Video Enhancement.</a:t>
            </a:r>
            <a:endParaRPr sz="3600">
              <a:solidFill>
                <a:schemeClr val="dk1"/>
              </a:solidFill>
            </a:endParaRPr>
          </a:p>
        </p:txBody>
      </p:sp>
      <p:sp>
        <p:nvSpPr>
          <p:cNvPr id="115" name="Google Shape;115;p13"/>
          <p:cNvSpPr txBox="1"/>
          <p:nvPr/>
        </p:nvSpPr>
        <p:spPr>
          <a:xfrm>
            <a:off x="11175123" y="5618182"/>
            <a:ext cx="6104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16" name="Google Shape;116;p13"/>
          <p:cNvSpPr txBox="1"/>
          <p:nvPr/>
        </p:nvSpPr>
        <p:spPr>
          <a:xfrm>
            <a:off x="21238137" y="5341388"/>
            <a:ext cx="6104400" cy="2601300"/>
          </a:xfrm>
          <a:prstGeom prst="rect">
            <a:avLst/>
          </a:prstGeom>
          <a:noFill/>
          <a:ln>
            <a:noFill/>
          </a:ln>
        </p:spPr>
        <p:txBody>
          <a:bodyPr anchorCtr="0" anchor="t" bIns="45700" lIns="91425" spcFirstLastPara="1" rIns="91425" wrap="square" tIns="45700">
            <a:spAutoFit/>
          </a:bodyPr>
          <a:lstStyle/>
          <a:p>
            <a:pPr indent="-457200" lvl="0" marL="457200" rtl="0" algn="l">
              <a:spcBef>
                <a:spcPts val="0"/>
              </a:spcBef>
              <a:spcAft>
                <a:spcPts val="0"/>
              </a:spcAft>
              <a:buClr>
                <a:schemeClr val="dk1"/>
              </a:buClr>
              <a:buSzPts val="3600"/>
              <a:buChar char="●"/>
            </a:pPr>
            <a:r>
              <a:rPr lang="en-IN" sz="3600">
                <a:solidFill>
                  <a:schemeClr val="dk1"/>
                </a:solidFill>
              </a:rPr>
              <a:t>Detailed visibility of Image</a:t>
            </a:r>
            <a:endParaRPr sz="3600">
              <a:solidFill>
                <a:schemeClr val="dk1"/>
              </a:solidFill>
            </a:endParaRPr>
          </a:p>
          <a:p>
            <a:pPr indent="-457200" lvl="0" marL="457200" rtl="0" algn="l">
              <a:spcBef>
                <a:spcPts val="0"/>
              </a:spcBef>
              <a:spcAft>
                <a:spcPts val="0"/>
              </a:spcAft>
              <a:buClr>
                <a:schemeClr val="dk1"/>
              </a:buClr>
              <a:buSzPts val="3600"/>
              <a:buChar char="●"/>
            </a:pPr>
            <a:r>
              <a:rPr lang="en-IN" sz="3600">
                <a:solidFill>
                  <a:schemeClr val="dk1"/>
                </a:solidFill>
              </a:rPr>
              <a:t>Color Naturalness</a:t>
            </a:r>
            <a:endParaRPr sz="3600">
              <a:solidFill>
                <a:schemeClr val="dk1"/>
              </a:solidFill>
            </a:endParaRPr>
          </a:p>
          <a:p>
            <a:pPr indent="-457200" lvl="0" marL="457200" rtl="0" algn="l">
              <a:spcBef>
                <a:spcPts val="0"/>
              </a:spcBef>
              <a:spcAft>
                <a:spcPts val="0"/>
              </a:spcAft>
              <a:buClr>
                <a:schemeClr val="dk1"/>
              </a:buClr>
              <a:buSzPts val="3600"/>
              <a:buChar char="●"/>
            </a:pPr>
            <a:r>
              <a:rPr lang="en-IN" sz="3600">
                <a:solidFill>
                  <a:schemeClr val="dk1"/>
                </a:solidFill>
              </a:rPr>
              <a:t>Edge Clarity</a:t>
            </a:r>
            <a:endParaRPr sz="3600">
              <a:solidFill>
                <a:schemeClr val="dk1"/>
              </a:solidFill>
            </a:endParaRPr>
          </a:p>
          <a:p>
            <a:pPr indent="0" lvl="0" marL="0" marR="0" rtl="0" algn="l">
              <a:spcBef>
                <a:spcPts val="0"/>
              </a:spcBef>
              <a:spcAft>
                <a:spcPts val="0"/>
              </a:spcAft>
              <a:buNone/>
            </a:pPr>
            <a:r>
              <a:t/>
            </a:r>
            <a:endParaRPr sz="5500">
              <a:solidFill>
                <a:schemeClr val="dk1"/>
              </a:solidFill>
              <a:latin typeface="Calibri"/>
              <a:ea typeface="Calibri"/>
              <a:cs typeface="Calibri"/>
              <a:sym typeface="Calibri"/>
            </a:endParaRPr>
          </a:p>
        </p:txBody>
      </p:sp>
      <p:sp>
        <p:nvSpPr>
          <p:cNvPr id="117" name="Google Shape;117;p13"/>
          <p:cNvSpPr txBox="1"/>
          <p:nvPr/>
        </p:nvSpPr>
        <p:spPr>
          <a:xfrm>
            <a:off x="226175" y="5179175"/>
            <a:ext cx="10071900" cy="123630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IN" sz="3600">
                <a:solidFill>
                  <a:schemeClr val="dk1"/>
                </a:solidFill>
              </a:rPr>
              <a:t>This model is  designed to enhance low-illumination images taken in non-uniform lighting environments. Existing techniques often result in artifacts, color distortions, and information loss. The proposed model describes how poor illumination degrades images and, once its parameters are estimated, it allows for direct recovery of the image. Based on Retinex theory, the initial environmental light is estimated using a Gaussian function. The model iteratively adjusts environmental light and attenuation rates while minimizing information loss. A weighted guide filter refines parameters to reduce halo and block effects. Experimental results show the algorithm enhances image details, maintains color consistency, and improves overall image quality.</a:t>
            </a:r>
            <a:endParaRPr sz="4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marR="0" rtl="0" algn="l">
              <a:spcBef>
                <a:spcPts val="1200"/>
              </a:spcBef>
              <a:spcAft>
                <a:spcPts val="0"/>
              </a:spcAft>
              <a:buNone/>
            </a:pPr>
            <a:r>
              <a:t/>
            </a:r>
            <a:endParaRPr sz="5500">
              <a:solidFill>
                <a:schemeClr val="dk1"/>
              </a:solidFill>
            </a:endParaRPr>
          </a:p>
        </p:txBody>
      </p:sp>
      <p:sp>
        <p:nvSpPr>
          <p:cNvPr id="118" name="Google Shape;118;p13"/>
          <p:cNvSpPr txBox="1"/>
          <p:nvPr/>
        </p:nvSpPr>
        <p:spPr>
          <a:xfrm>
            <a:off x="429375" y="19088550"/>
            <a:ext cx="10071900" cy="172857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IN" sz="3600">
                <a:solidFill>
                  <a:schemeClr val="dk1"/>
                </a:solidFill>
              </a:rPr>
              <a:t>Low-illumination images often suffer from low contrast, reduced grayscale distribution, and loss of detail, especially in dark regions, making them challenging for recognition and processing. Existing image enhancement techniques, such as histogram equalization and Retinex-based methods, attempt to address these issues but are prone to introducing side effects like halo artifacts, over-enhancement, and color distortion. These methods also struggle to preserve details in both extremely dark and overly bright regions.The retinex model takes into account variable environmental lighting and local scene details, improving upon the traditional haze removal models that assume constant illumination. This framework incorporates Retinex theory and Gaussian filters to estimate environmental light, adjust attenuation rates, and minimize information loss during enhancement.The primary objectives of this research are to enhance image details, improve contrast, and preserve color consistency in low-illumination conditions, especially in night vision, surveillance, and outdoor scenes.</a:t>
            </a:r>
            <a:endParaRPr sz="3600">
              <a:solidFill>
                <a:schemeClr val="dk1"/>
              </a:solidFill>
            </a:endParaRPr>
          </a:p>
          <a:p>
            <a:pPr indent="0" lvl="0" marL="0" rtl="0" algn="just">
              <a:spcBef>
                <a:spcPts val="1200"/>
              </a:spcBef>
              <a:spcAft>
                <a:spcPts val="0"/>
              </a:spcAft>
              <a:buClr>
                <a:schemeClr val="dk1"/>
              </a:buClr>
              <a:buFont typeface="Arial"/>
              <a:buNone/>
            </a:pPr>
            <a:r>
              <a:t/>
            </a:r>
            <a:endParaRPr sz="3600">
              <a:solidFill>
                <a:schemeClr val="dk1"/>
              </a:solidFill>
            </a:endParaRPr>
          </a:p>
          <a:p>
            <a:pPr indent="0" lvl="0" marL="0" marR="0" rtl="0" algn="l">
              <a:spcBef>
                <a:spcPts val="0"/>
              </a:spcBef>
              <a:spcAft>
                <a:spcPts val="0"/>
              </a:spcAft>
              <a:buNone/>
            </a:pPr>
            <a:r>
              <a:t/>
            </a:r>
            <a:endParaRPr sz="3600">
              <a:solidFill>
                <a:schemeClr val="dk1"/>
              </a:solidFill>
            </a:endParaRPr>
          </a:p>
        </p:txBody>
      </p:sp>
      <p:pic>
        <p:nvPicPr>
          <p:cNvPr id="119" name="Google Shape;119;p13"/>
          <p:cNvPicPr preferRelativeResize="0"/>
          <p:nvPr/>
        </p:nvPicPr>
        <p:blipFill rotWithShape="1">
          <a:blip r:embed="rId4">
            <a:alphaModFix/>
          </a:blip>
          <a:srcRect b="0" l="4480" r="-4479" t="0"/>
          <a:stretch/>
        </p:blipFill>
        <p:spPr>
          <a:xfrm>
            <a:off x="26875325" y="-303644"/>
            <a:ext cx="5128674" cy="2238707"/>
          </a:xfrm>
          <a:prstGeom prst="rect">
            <a:avLst/>
          </a:prstGeom>
          <a:noFill/>
          <a:ln>
            <a:noFill/>
          </a:ln>
        </p:spPr>
      </p:pic>
      <p:sp>
        <p:nvSpPr>
          <p:cNvPr id="120" name="Google Shape;120;p13"/>
          <p:cNvSpPr txBox="1"/>
          <p:nvPr/>
        </p:nvSpPr>
        <p:spPr>
          <a:xfrm>
            <a:off x="-23249" y="2390204"/>
            <a:ext cx="320505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Poppins"/>
                <a:ea typeface="Poppins"/>
                <a:cs typeface="Poppins"/>
                <a:sym typeface="Poppins"/>
              </a:rPr>
              <a:t>[</a:t>
            </a:r>
            <a:r>
              <a:rPr b="1" lang="en-IN" sz="4800">
                <a:solidFill>
                  <a:schemeClr val="dk1"/>
                </a:solidFill>
                <a:latin typeface="Poppins"/>
                <a:ea typeface="Poppins"/>
                <a:cs typeface="Poppins"/>
                <a:sym typeface="Poppins"/>
              </a:rPr>
              <a:t>{</a:t>
            </a:r>
            <a:r>
              <a:rPr b="1" lang="en-IN" sz="4500">
                <a:solidFill>
                  <a:schemeClr val="dk1"/>
                </a:solidFill>
                <a:latin typeface="Poppins"/>
                <a:ea typeface="Poppins"/>
                <a:cs typeface="Poppins"/>
                <a:sym typeface="Poppins"/>
              </a:rPr>
              <a:t>Team members name :Ashraf,Kashida,Praveen}</a:t>
            </a:r>
            <a:endParaRPr b="1" sz="4500">
              <a:solidFill>
                <a:schemeClr val="dk1"/>
              </a:solidFill>
              <a:latin typeface="Poppins"/>
              <a:ea typeface="Poppins"/>
              <a:cs typeface="Poppins"/>
              <a:sym typeface="Poppins"/>
            </a:endParaRPr>
          </a:p>
        </p:txBody>
      </p:sp>
      <p:pic>
        <p:nvPicPr>
          <p:cNvPr id="121" name="Google Shape;121;p13"/>
          <p:cNvPicPr preferRelativeResize="0"/>
          <p:nvPr/>
        </p:nvPicPr>
        <p:blipFill rotWithShape="1">
          <a:blip r:embed="rId5">
            <a:alphaModFix/>
          </a:blip>
          <a:srcRect b="0" l="0" r="0" t="0"/>
          <a:stretch/>
        </p:blipFill>
        <p:spPr>
          <a:xfrm>
            <a:off x="22019733" y="-164237"/>
            <a:ext cx="4541217" cy="1959894"/>
          </a:xfrm>
          <a:prstGeom prst="rect">
            <a:avLst/>
          </a:prstGeom>
          <a:noFill/>
          <a:ln>
            <a:noFill/>
          </a:ln>
        </p:spPr>
      </p:pic>
      <p:pic>
        <p:nvPicPr>
          <p:cNvPr id="122" name="Google Shape;122;p13"/>
          <p:cNvPicPr preferRelativeResize="0"/>
          <p:nvPr/>
        </p:nvPicPr>
        <p:blipFill rotWithShape="1">
          <a:blip r:embed="rId6">
            <a:alphaModFix/>
          </a:blip>
          <a:srcRect b="0" l="0" r="0" t="0"/>
          <a:stretch/>
        </p:blipFill>
        <p:spPr>
          <a:xfrm>
            <a:off x="5056359" y="-164229"/>
            <a:ext cx="3865337" cy="2113153"/>
          </a:xfrm>
          <a:prstGeom prst="rect">
            <a:avLst/>
          </a:prstGeom>
          <a:noFill/>
          <a:ln>
            <a:noFill/>
          </a:ln>
        </p:spPr>
      </p:pic>
      <p:sp>
        <p:nvSpPr>
          <p:cNvPr id="123" name="Google Shape;123;p13"/>
          <p:cNvSpPr/>
          <p:nvPr/>
        </p:nvSpPr>
        <p:spPr>
          <a:xfrm>
            <a:off x="20979200" y="15075760"/>
            <a:ext cx="10515600" cy="8806200"/>
          </a:xfrm>
          <a:prstGeom prst="roundRect">
            <a:avLst>
              <a:gd fmla="val 2490" name="adj"/>
            </a:avLst>
          </a:prstGeom>
          <a:solidFill>
            <a:srgbClr val="E1EF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00">
              <a:solidFill>
                <a:schemeClr val="dk1"/>
              </a:solidFill>
              <a:latin typeface="Calibri"/>
              <a:ea typeface="Calibri"/>
              <a:cs typeface="Calibri"/>
              <a:sym typeface="Calibri"/>
            </a:endParaRPr>
          </a:p>
        </p:txBody>
      </p:sp>
      <p:sp>
        <p:nvSpPr>
          <p:cNvPr id="124" name="Google Shape;124;p13"/>
          <p:cNvSpPr txBox="1"/>
          <p:nvPr/>
        </p:nvSpPr>
        <p:spPr>
          <a:xfrm>
            <a:off x="21047062" y="15615676"/>
            <a:ext cx="5024132" cy="10926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6500">
                <a:solidFill>
                  <a:schemeClr val="dk1"/>
                </a:solidFill>
                <a:latin typeface="Poppins"/>
                <a:ea typeface="Poppins"/>
                <a:cs typeface="Poppins"/>
                <a:sym typeface="Poppins"/>
              </a:rPr>
              <a:t>Conclusion</a:t>
            </a:r>
            <a:endParaRPr/>
          </a:p>
        </p:txBody>
      </p:sp>
      <p:sp>
        <p:nvSpPr>
          <p:cNvPr id="125" name="Google Shape;125;p13"/>
          <p:cNvSpPr txBox="1"/>
          <p:nvPr/>
        </p:nvSpPr>
        <p:spPr>
          <a:xfrm>
            <a:off x="21201050" y="16854050"/>
            <a:ext cx="10071900" cy="49164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IN" sz="3600">
                <a:solidFill>
                  <a:schemeClr val="dk1"/>
                </a:solidFill>
              </a:rPr>
              <a:t>The experimental results indicate the proposed algorithm can improve low illumination images that are captured in different scenes, this increases richness of visible edges and reproduces the color quality and naturalness,reduce the noise in the image.</a:t>
            </a:r>
            <a:endParaRPr sz="3600">
              <a:solidFill>
                <a:schemeClr val="dk1"/>
              </a:solidFill>
            </a:endParaRPr>
          </a:p>
          <a:p>
            <a:pPr indent="0" lvl="0" marL="0" marR="0" rtl="0" algn="l">
              <a:spcBef>
                <a:spcPts val="1200"/>
              </a:spcBef>
              <a:spcAft>
                <a:spcPts val="0"/>
              </a:spcAft>
              <a:buNone/>
            </a:pPr>
            <a:r>
              <a:t/>
            </a:r>
            <a:endParaRPr sz="5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